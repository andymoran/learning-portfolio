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9406108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21005947"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1677771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77085918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450620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69622829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7978537" name="Slide Image Placeholder 1"/>
          <p:cNvSpPr>
            <a:spLocks noChangeAspect="1" noGrp="1" noRot="1"/>
          </p:cNvSpPr>
          <p:nvPr>
            <p:ph type="sldImg"/>
          </p:nvPr>
        </p:nvSpPr>
        <p:spPr bwMode="auto">
          <a:xfrm>
            <a:off x="685800" y="1143000"/>
            <a:ext cx="5486400" cy="3086100"/>
          </a:xfrm>
        </p:spPr>
      </p:sp>
      <p:sp>
        <p:nvSpPr>
          <p:cNvPr id="252513334"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This project looks at how Bellabeat users move throughout the day. I focus on simple questions, clear methods, and evidence‑based insights. The goal is to understand daily and hourly movement patterns, build personas from real behavior, and show how these patterns can guide product ideas</a:t>
            </a:r>
            <a:endParaRPr/>
          </a:p>
        </p:txBody>
      </p:sp>
      <p:sp>
        <p:nvSpPr>
          <p:cNvPr id="233835843"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4917065" name="Slide Image Placeholder 1"/>
          <p:cNvSpPr>
            <a:spLocks noChangeAspect="1" noGrp="1" noRot="1"/>
          </p:cNvSpPr>
          <p:nvPr>
            <p:ph type="sldImg"/>
          </p:nvPr>
        </p:nvSpPr>
        <p:spPr bwMode="auto"/>
      </p:sp>
      <p:sp>
        <p:nvSpPr>
          <p:cNvPr id="2127568259"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data shows strong, repeatable movement patterns. When we cluster users, four clear personas emerge. Each persona has its own rhythm across the day — morning peaks, midday peaks, or evening peaks. Sleep data is limited, so I use it only for context. The main takeaway is that movement patterns are stable enough to support features tied to time of day and daily routines.</a:t>
            </a:r>
            <a:endParaRPr/>
          </a:p>
        </p:txBody>
      </p:sp>
      <p:sp>
        <p:nvSpPr>
          <p:cNvPr id="1588710920" name="Slide Number Placeholder 3"/>
          <p:cNvSpPr>
            <a:spLocks noGrp="1"/>
          </p:cNvSpPr>
          <p:nvPr>
            <p:ph type="sldNum" sz="quarter" idx="10"/>
          </p:nvPr>
        </p:nvSpPr>
        <p:spPr bwMode="auto"/>
        <p:txBody>
          <a:bodyPr/>
          <a:lstStyle/>
          <a:p>
            <a:pPr>
              <a:defRPr/>
            </a:pPr>
            <a:fld id="{51FC7C46-A552-D9BB-02F4-66A916F48367}"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5154911" name="Slide Image Placeholder 1"/>
          <p:cNvSpPr>
            <a:spLocks noChangeAspect="1" noGrp="1" noRot="1"/>
          </p:cNvSpPr>
          <p:nvPr>
            <p:ph type="sldImg"/>
          </p:nvPr>
        </p:nvSpPr>
        <p:spPr bwMode="auto"/>
      </p:sp>
      <p:sp>
        <p:nvSpPr>
          <p:cNvPr id="1577029106"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Bellabeat wants to know how people actually use their devices. When do they move? How much? What patterns separate one type of user from another? And how can these patterns help shape product strategy? Even with limited sleep data, we can still learn a lot about daily habits and movement rhythms.</a:t>
            </a:r>
            <a:endParaRPr/>
          </a:p>
        </p:txBody>
      </p:sp>
      <p:sp>
        <p:nvSpPr>
          <p:cNvPr id="1054460027" name="Slide Number Placeholder 3"/>
          <p:cNvSpPr>
            <a:spLocks noGrp="1"/>
          </p:cNvSpPr>
          <p:nvPr>
            <p:ph type="sldNum" sz="quarter" idx="10"/>
          </p:nvPr>
        </p:nvSpPr>
        <p:spPr bwMode="auto"/>
        <p:txBody>
          <a:bodyPr/>
          <a:lstStyle/>
          <a:p>
            <a:pPr>
              <a:defRPr/>
            </a:pPr>
            <a:fld id="{BEABD506-40DF-5600-B3C0-C9A2B8D78F48}"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105089" name="Slide Image Placeholder 1"/>
          <p:cNvSpPr>
            <a:spLocks noChangeAspect="1" noGrp="1" noRot="1"/>
          </p:cNvSpPr>
          <p:nvPr>
            <p:ph type="sldImg"/>
          </p:nvPr>
        </p:nvSpPr>
        <p:spPr bwMode="auto"/>
      </p:sp>
      <p:sp>
        <p:nvSpPr>
          <p:cNvPr id="659061826"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dataset includes daily activity summaries, hourly step counts, and a small amount of sleep data. It covers 31 users over one month. The sample is small and not representative, but it’s enough to study patterns and build personas. The sleep data is especially thin, so I treat it as context rather than a core part of the analysis.</a:t>
            </a:r>
            <a:endParaRPr/>
          </a:p>
        </p:txBody>
      </p:sp>
      <p:sp>
        <p:nvSpPr>
          <p:cNvPr id="1864269967" name="Slide Number Placeholder 3"/>
          <p:cNvSpPr>
            <a:spLocks noGrp="1"/>
          </p:cNvSpPr>
          <p:nvPr>
            <p:ph type="sldNum" sz="quarter" idx="10"/>
          </p:nvPr>
        </p:nvSpPr>
        <p:spPr bwMode="auto"/>
        <p:txBody>
          <a:bodyPr/>
          <a:lstStyle/>
          <a:p>
            <a:pPr>
              <a:defRPr/>
            </a:pPr>
            <a:fld id="{D6AA5615-F182-04A4-29D0-807D351D3AC8}"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1508674" name="Slide Image Placeholder 1"/>
          <p:cNvSpPr>
            <a:spLocks noChangeAspect="1" noGrp="1" noRot="1"/>
          </p:cNvSpPr>
          <p:nvPr>
            <p:ph type="sldImg"/>
          </p:nvPr>
        </p:nvSpPr>
        <p:spPr bwMode="auto"/>
      </p:sp>
      <p:sp>
        <p:nvSpPr>
          <p:cNvPr id="1289117471"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I start by cleaning and standardizing the data. Then I check distributions, outliers, and correlations. I build features that capture movement intensity. I use K‑Means to cluster users into personas. After that, I study daily patterns, hourly rhythms, and weekday/weekend differences. Sleep data is used only to add context. The goal is a simple, transparent workflow.</a:t>
            </a:r>
            <a:endParaRPr/>
          </a:p>
        </p:txBody>
      </p:sp>
      <p:sp>
        <p:nvSpPr>
          <p:cNvPr id="1574552207" name="Slide Number Placeholder 3"/>
          <p:cNvSpPr>
            <a:spLocks noGrp="1"/>
          </p:cNvSpPr>
          <p:nvPr>
            <p:ph type="sldNum" sz="quarter" idx="10"/>
          </p:nvPr>
        </p:nvSpPr>
        <p:spPr bwMode="auto"/>
        <p:txBody>
          <a:bodyPr/>
          <a:lstStyle/>
          <a:p>
            <a:pPr>
              <a:defRPr/>
            </a:pPr>
            <a:fld id="{A8444B6A-6AC0-F81C-B625-4C29F17F6E12}"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4486347" name="Slide Image Placeholder 1"/>
          <p:cNvSpPr>
            <a:spLocks noChangeAspect="1" noGrp="1" noRot="1"/>
          </p:cNvSpPr>
          <p:nvPr>
            <p:ph type="sldImg"/>
          </p:nvPr>
        </p:nvSpPr>
        <p:spPr bwMode="auto"/>
      </p:sp>
      <p:sp>
        <p:nvSpPr>
          <p:cNvPr id="178770262"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Vigorous activity is rare and heavily skewed. Steps and calories also show skew, but less extreme. Light activity and sedentary time are stable and predictable. Outliers are not errors — they represent real high‑activity days. These diagnostics help shape the clustering and prevent misinterpretation.</a:t>
            </a:r>
            <a:endParaRPr/>
          </a:p>
        </p:txBody>
      </p:sp>
      <p:sp>
        <p:nvSpPr>
          <p:cNvPr id="101762295" name="Slide Number Placeholder 3"/>
          <p:cNvSpPr>
            <a:spLocks noGrp="1"/>
          </p:cNvSpPr>
          <p:nvPr>
            <p:ph type="sldNum" sz="quarter" idx="10"/>
          </p:nvPr>
        </p:nvSpPr>
        <p:spPr bwMode="auto"/>
        <p:txBody>
          <a:bodyPr/>
          <a:lstStyle/>
          <a:p>
            <a:pPr>
              <a:defRPr/>
            </a:pPr>
            <a:fld id="{29839E99-BBBC-28D7-1325-C804AD27E8AD}"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2875627" name="Slide Image Placeholder 1"/>
          <p:cNvSpPr>
            <a:spLocks noChangeAspect="1" noGrp="1" noRot="1"/>
          </p:cNvSpPr>
          <p:nvPr>
            <p:ph type="sldImg"/>
          </p:nvPr>
        </p:nvSpPr>
        <p:spPr bwMode="auto"/>
      </p:sp>
      <p:sp>
        <p:nvSpPr>
          <p:cNvPr id="1684506841"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median user takes about 7,400 steps per day. Light activity makes up most of the day. Vigorous activity is uncommon. Sedentary time dominates daily routines. These patterns set the stage for understanding how personas differ.</a:t>
            </a:r>
            <a:endParaRPr/>
          </a:p>
        </p:txBody>
      </p:sp>
      <p:sp>
        <p:nvSpPr>
          <p:cNvPr id="1407602002" name="Slide Number Placeholder 3"/>
          <p:cNvSpPr>
            <a:spLocks noGrp="1"/>
          </p:cNvSpPr>
          <p:nvPr>
            <p:ph type="sldNum" sz="quarter" idx="10"/>
          </p:nvPr>
        </p:nvSpPr>
        <p:spPr bwMode="auto"/>
        <p:txBody>
          <a:bodyPr/>
          <a:lstStyle/>
          <a:p>
            <a:pPr>
              <a:defRPr/>
            </a:pPr>
            <a:fld id="{CFC8DA94-A65C-EFDA-FD86-B05311EC08A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2642371" name="Slide Image Placeholder 1"/>
          <p:cNvSpPr>
            <a:spLocks noChangeAspect="1" noGrp="1" noRot="1"/>
          </p:cNvSpPr>
          <p:nvPr>
            <p:ph type="sldImg"/>
          </p:nvPr>
        </p:nvSpPr>
        <p:spPr bwMode="auto"/>
      </p:sp>
      <p:sp>
        <p:nvSpPr>
          <p:cNvPr id="1006302332"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Hourly data reveals clear daily rhythms. Some users move early, some move late, and some spread activity across the day. These rhythms resemble chronotypes — morning‑leaning, midday‑leaning, or evening‑leaning patterns. This adds depth to the personas and helps identify when users are most receptive to guidance.</a:t>
            </a:r>
            <a:endParaRPr/>
          </a:p>
        </p:txBody>
      </p:sp>
      <p:sp>
        <p:nvSpPr>
          <p:cNvPr id="1957239262" name="Slide Number Placeholder 3"/>
          <p:cNvSpPr>
            <a:spLocks noGrp="1"/>
          </p:cNvSpPr>
          <p:nvPr>
            <p:ph type="sldNum" sz="quarter" idx="10"/>
          </p:nvPr>
        </p:nvSpPr>
        <p:spPr bwMode="auto"/>
        <p:txBody>
          <a:bodyPr/>
          <a:lstStyle/>
          <a:p>
            <a:pPr>
              <a:defRPr/>
            </a:pPr>
            <a:fld id="{8B38612B-9AB0-F620-9BB3-C86C2245AD31}"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5714657" name="Slide Image Placeholder 1"/>
          <p:cNvSpPr>
            <a:spLocks noChangeAspect="1" noGrp="1" noRot="1"/>
          </p:cNvSpPr>
          <p:nvPr>
            <p:ph type="sldImg"/>
          </p:nvPr>
        </p:nvSpPr>
        <p:spPr bwMode="auto"/>
      </p:sp>
      <p:sp>
        <p:nvSpPr>
          <p:cNvPr id="1613758835"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clustering produces four personas. High‑Intensity Enthusiasts move a lot and often. Lifestyle Movers stay active at a steady, moderate level. Moderate Movers are quieter overall. Workout‑Focused Movers show concentrated bursts of activity. These personas are grounded in real behavior, not assumptions.</a:t>
            </a:r>
            <a:endParaRPr/>
          </a:p>
        </p:txBody>
      </p:sp>
      <p:sp>
        <p:nvSpPr>
          <p:cNvPr id="127070359" name="Slide Number Placeholder 3"/>
          <p:cNvSpPr>
            <a:spLocks noGrp="1"/>
          </p:cNvSpPr>
          <p:nvPr>
            <p:ph type="sldNum" sz="quarter" idx="10"/>
          </p:nvPr>
        </p:nvSpPr>
        <p:spPr bwMode="auto"/>
        <p:txBody>
          <a:bodyPr/>
          <a:lstStyle/>
          <a:p>
            <a:pPr>
              <a:defRPr/>
            </a:pPr>
            <a:fld id="{FD84AE8A-C8B3-B963-5DEF-7C87B38E8A0A}"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939169" name="Slide Image Placeholder 1"/>
          <p:cNvSpPr>
            <a:spLocks noChangeAspect="1" noGrp="1" noRot="1"/>
          </p:cNvSpPr>
          <p:nvPr>
            <p:ph type="sldImg"/>
          </p:nvPr>
        </p:nvSpPr>
        <p:spPr bwMode="auto"/>
      </p:sp>
      <p:sp>
        <p:nvSpPr>
          <p:cNvPr id="1877678435"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Each persona has a distinct pattern. The profiles show differences in total steps, intensity minutes, sedentary time, and hourly rhythms. These differences are consistent across multiple metrics, which gives confidence in the segmentation.</a:t>
            </a:r>
            <a:endParaRPr lang="en-US" sz="1200" b="0" i="0" u="none" strike="noStrike" cap="none" spc="0">
              <a:solidFill>
                <a:schemeClr val="tx1"/>
              </a:solidFill>
              <a:latin typeface="Arial"/>
              <a:ea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High‑Intensity Enthusiasts show structured, vigorous activity with clear morning and evening peaks.</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Lifestyle Movers maintain steady, low‑to‑moderate movement throughout the day — they’re consistent and balanced.</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Moderate Movers peak around midday, suggesting routine‑driven movement patterns.</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Workout‑Focused Movers concentrate their activity into late‑evening workouts, often after 9pm</a:t>
            </a:r>
            <a:endParaRPr/>
          </a:p>
        </p:txBody>
      </p:sp>
      <p:sp>
        <p:nvSpPr>
          <p:cNvPr id="464881001" name="Slide Number Placeholder 3"/>
          <p:cNvSpPr>
            <a:spLocks noGrp="1"/>
          </p:cNvSpPr>
          <p:nvPr>
            <p:ph type="sldNum" sz="quarter" idx="10"/>
          </p:nvPr>
        </p:nvSpPr>
        <p:spPr bwMode="auto"/>
        <p:txBody>
          <a:bodyPr/>
          <a:lstStyle/>
          <a:p>
            <a:pPr>
              <a:defRPr/>
            </a:pPr>
            <a:fld id="{33FF7655-F46F-F84B-A1F9-8145D7252936}"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1510761" name="Slide Image Placeholder 1"/>
          <p:cNvSpPr>
            <a:spLocks noChangeAspect="1" noGrp="1" noRot="1"/>
          </p:cNvSpPr>
          <p:nvPr>
            <p:ph type="sldImg"/>
          </p:nvPr>
        </p:nvSpPr>
        <p:spPr bwMode="auto"/>
      </p:sp>
      <p:sp>
        <p:nvSpPr>
          <p:cNvPr id="179021942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Weekday and weekend patterns add another layer. High‑Intensity Enthusiasts are busiest during the week. Lifestyle Movers stay steady. Moderate Movers slow down on weekends. Workout‑Focused Movers do more structured activity on weekends. These patterns help identify when each persona is most engaged.</a:t>
            </a:r>
            <a:endParaRPr/>
          </a:p>
        </p:txBody>
      </p:sp>
      <p:sp>
        <p:nvSpPr>
          <p:cNvPr id="210041640" name="Slide Number Placeholder 3"/>
          <p:cNvSpPr>
            <a:spLocks noGrp="1"/>
          </p:cNvSpPr>
          <p:nvPr>
            <p:ph type="sldNum" sz="quarter" idx="10"/>
          </p:nvPr>
        </p:nvSpPr>
        <p:spPr bwMode="auto"/>
        <p:txBody>
          <a:bodyPr/>
          <a:lstStyle/>
          <a:p>
            <a:pPr>
              <a:defRPr/>
            </a:pPr>
            <a:fld id="{3B2FDF2F-0DD5-E30A-15F8-FB3EAEB2B20B}"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7074791" name="Slide Image Placeholder 1"/>
          <p:cNvSpPr>
            <a:spLocks noChangeAspect="1" noGrp="1" noRot="1"/>
          </p:cNvSpPr>
          <p:nvPr>
            <p:ph type="sldImg"/>
          </p:nvPr>
        </p:nvSpPr>
        <p:spPr bwMode="auto"/>
      </p:sp>
      <p:sp>
        <p:nvSpPr>
          <p:cNvPr id="276305818"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Sleep data is too limited for strong conclusions. Most users sleep between six and eight hours. Efficiency varies. Because the sample is small and inconsistent, I use sleep only to add context, not to shape the personas.</a:t>
            </a:r>
            <a:endParaRPr/>
          </a:p>
        </p:txBody>
      </p:sp>
      <p:sp>
        <p:nvSpPr>
          <p:cNvPr id="1637648419" name="Slide Number Placeholder 3"/>
          <p:cNvSpPr>
            <a:spLocks noGrp="1"/>
          </p:cNvSpPr>
          <p:nvPr>
            <p:ph type="sldNum" sz="quarter" idx="10"/>
          </p:nvPr>
        </p:nvSpPr>
        <p:spPr bwMode="auto"/>
        <p:txBody>
          <a:bodyPr/>
          <a:lstStyle/>
          <a:p>
            <a:pPr>
              <a:defRPr/>
            </a:pPr>
            <a:fld id="{D43E482F-F817-C7CD-37C6-2E3B1D6AEB05}"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7942145" name="Slide Image Placeholder 1"/>
          <p:cNvSpPr>
            <a:spLocks noChangeAspect="1" noGrp="1" noRot="1"/>
          </p:cNvSpPr>
          <p:nvPr>
            <p:ph type="sldImg"/>
          </p:nvPr>
        </p:nvSpPr>
        <p:spPr bwMode="auto"/>
      </p:sp>
      <p:sp>
        <p:nvSpPr>
          <p:cNvPr id="409594109"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Movement patterns are strong and consistent. Personas reflect real differences in behavior. Hourly rhythms add depth and reveal routines. Light activity shapes most days. High‑intensity activity is rare but meaningful. These insights give Bellabeat a solid foundation for product ideas.</a:t>
            </a:r>
            <a:endParaRPr/>
          </a:p>
        </p:txBody>
      </p:sp>
      <p:sp>
        <p:nvSpPr>
          <p:cNvPr id="944501996" name="Slide Number Placeholder 3"/>
          <p:cNvSpPr>
            <a:spLocks noGrp="1"/>
          </p:cNvSpPr>
          <p:nvPr>
            <p:ph type="sldNum" sz="quarter" idx="10"/>
          </p:nvPr>
        </p:nvSpPr>
        <p:spPr bwMode="auto"/>
        <p:txBody>
          <a:bodyPr/>
          <a:lstStyle/>
          <a:p>
            <a:pPr>
              <a:defRPr/>
            </a:pPr>
            <a:fld id="{3AA3EBCC-10A3-FB20-AE1C-10B54273A3B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9142762" name="Slide Image Placeholder 1"/>
          <p:cNvSpPr>
            <a:spLocks noChangeAspect="1" noGrp="1" noRot="1"/>
          </p:cNvSpPr>
          <p:nvPr>
            <p:ph type="sldImg"/>
          </p:nvPr>
        </p:nvSpPr>
        <p:spPr bwMode="auto"/>
      </p:sp>
      <p:sp>
        <p:nvSpPr>
          <p:cNvPr id="770157721"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data suggests several opportunities. First, time‑of‑day‑aware guidance — nudges that match each persona’s natural rhythm. Second, features that reinforce daily routines. Third, support for users with irregular patterns. And finally, wellness guidance focused on lifestyle rather than high‑intensity workouts.</a:t>
            </a:r>
            <a:endParaRPr lang="en-US" sz="1200" b="0" i="0" u="none" strike="noStrike" cap="none" spc="0">
              <a:solidFill>
                <a:schemeClr val="tx1"/>
              </a:solidFill>
              <a:latin typeface="Arial"/>
              <a:cs typeface="Arial"/>
            </a:endParaRPr>
          </a:p>
        </p:txBody>
      </p:sp>
      <p:sp>
        <p:nvSpPr>
          <p:cNvPr id="1862100958" name="Slide Number Placeholder 3"/>
          <p:cNvSpPr>
            <a:spLocks noGrp="1"/>
          </p:cNvSpPr>
          <p:nvPr>
            <p:ph type="sldNum" sz="quarter" idx="10"/>
          </p:nvPr>
        </p:nvSpPr>
        <p:spPr bwMode="auto"/>
        <p:txBody>
          <a:bodyPr/>
          <a:lstStyle/>
          <a:p>
            <a:pPr>
              <a:defRPr/>
            </a:pPr>
            <a:fld id="{F417218B-0AF1-29B8-E350-BCF5BB5ADA4D}"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0990780" name="Slide Image Placeholder 1"/>
          <p:cNvSpPr>
            <a:spLocks noChangeAspect="1" noGrp="1" noRot="1"/>
          </p:cNvSpPr>
          <p:nvPr>
            <p:ph type="sldImg"/>
          </p:nvPr>
        </p:nvSpPr>
        <p:spPr bwMode="auto"/>
      </p:sp>
      <p:sp>
        <p:nvSpPr>
          <p:cNvPr id="1650101047"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Movement data gives a clear view of user behavior. Personas and hourly rhythms offer actionable segmentation. Sleep adds context but not depth. The findings support further work in the Share and Act phases, where insights can be turned into product ideas and user‑facing features.</a:t>
            </a:r>
            <a:endParaRPr/>
          </a:p>
        </p:txBody>
      </p:sp>
      <p:sp>
        <p:nvSpPr>
          <p:cNvPr id="2124668227" name="Slide Number Placeholder 3"/>
          <p:cNvSpPr>
            <a:spLocks noGrp="1"/>
          </p:cNvSpPr>
          <p:nvPr>
            <p:ph type="sldNum" sz="quarter" idx="10"/>
          </p:nvPr>
        </p:nvSpPr>
        <p:spPr bwMode="auto"/>
        <p:txBody>
          <a:bodyPr/>
          <a:lstStyle/>
          <a:p>
            <a:pPr>
              <a:defRPr/>
            </a:pPr>
            <a:fld id="{8AC0D32E-2BD2-1E8D-D1E2-43F8FA10A82B}"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9892128" name="Slide Image Placeholder 1"/>
          <p:cNvSpPr>
            <a:spLocks noChangeAspect="1" noGrp="1" noRot="1"/>
          </p:cNvSpPr>
          <p:nvPr>
            <p:ph type="sldImg"/>
          </p:nvPr>
        </p:nvSpPr>
        <p:spPr bwMode="auto"/>
      </p:sp>
      <p:sp>
        <p:nvSpPr>
          <p:cNvPr id="2082379868"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dataset is small and limited. It covers only one month and includes no demographic information. Sleep data is incomplete. Because of this, the findings are directional, not generalizable. They show patterns worth exploring, not conclusions about the wider population.</a:t>
            </a:r>
            <a:endParaRPr/>
          </a:p>
        </p:txBody>
      </p:sp>
      <p:sp>
        <p:nvSpPr>
          <p:cNvPr id="1939934718" name="Slide Number Placeholder 3"/>
          <p:cNvSpPr>
            <a:spLocks noGrp="1"/>
          </p:cNvSpPr>
          <p:nvPr>
            <p:ph type="sldNum" sz="quarter" idx="10"/>
          </p:nvPr>
        </p:nvSpPr>
        <p:spPr bwMode="auto"/>
        <p:txBody>
          <a:bodyPr/>
          <a:lstStyle/>
          <a:p>
            <a:pPr>
              <a:defRPr/>
            </a:pPr>
            <a:fld id="{6FDAD68F-1826-6408-B7EA-845EB59E0D5C}"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381833901" name="Shape 1058"/>
          <p:cNvSpPr>
            <a:spLocks noChangeArrowheads="1" noGrp="1"/>
          </p:cNvSpPr>
          <p:nvPr userDrawn="1"/>
        </p:nvSpPr>
        <p:spPr bwMode="auto">
          <a:xfrm>
            <a:off x="8220990" y="1"/>
            <a:ext cx="3971005" cy="6857460"/>
          </a:xfrm>
          <a:custGeom>
            <a:avLst/>
            <a:gdLst/>
            <a:ahLst/>
            <a:cxnLst/>
            <a:rect l="l" t="t" r="r" b="b"/>
            <a:pathLst>
              <a:path w="43200" h="43200" fill="norm" stroke="0" extrusionOk="0">
                <a:moveTo>
                  <a:pt x="3874" y="0"/>
                </a:moveTo>
                <a:lnTo>
                  <a:pt x="3874" y="19794"/>
                </a:lnTo>
                <a:lnTo>
                  <a:pt x="3874" y="19794"/>
                </a:lnTo>
                <a:cubicBezTo>
                  <a:pt x="3874" y="19794"/>
                  <a:pt x="3932" y="19794"/>
                  <a:pt x="3932" y="19794"/>
                </a:cubicBezTo>
                <a:lnTo>
                  <a:pt x="3932" y="19794"/>
                </a:lnTo>
                <a:cubicBezTo>
                  <a:pt x="1759" y="19794"/>
                  <a:pt x="0" y="20605"/>
                  <a:pt x="0" y="21600"/>
                </a:cubicBezTo>
                <a:lnTo>
                  <a:pt x="0" y="21600"/>
                </a:lnTo>
                <a:cubicBezTo>
                  <a:pt x="0" y="22594"/>
                  <a:pt x="1759" y="23405"/>
                  <a:pt x="3932" y="23405"/>
                </a:cubicBezTo>
                <a:lnTo>
                  <a:pt x="3932" y="23405"/>
                </a:lnTo>
                <a:cubicBezTo>
                  <a:pt x="3932" y="23405"/>
                  <a:pt x="3874" y="23405"/>
                  <a:pt x="3874" y="23405"/>
                </a:cubicBezTo>
                <a:lnTo>
                  <a:pt x="3874" y="43200"/>
                </a:lnTo>
                <a:lnTo>
                  <a:pt x="43200" y="43200"/>
                </a:lnTo>
                <a:lnTo>
                  <a:pt x="43200" y="0"/>
                </a:lnTo>
                <a:lnTo>
                  <a:pt x="3874" y="0"/>
                </a:lnTo>
                <a:close/>
              </a:path>
            </a:pathLst>
          </a:custGeom>
          <a:solidFill>
            <a:schemeClr val="accent6">
              <a:lumMod val="60000"/>
              <a:lumOff val="40000"/>
            </a:schemeClr>
          </a:solidFill>
          <a:ln w="9524">
            <a:solidFill>
              <a:srgbClr val="000000"/>
            </a:solidFill>
            <a:round/>
            <a:headEnd/>
            <a:tailEnd/>
          </a:ln>
        </p:spPr>
      </p:sp>
      <p:sp>
        <p:nvSpPr>
          <p:cNvPr id="694654305" name="Shape 1102"/>
          <p:cNvSpPr>
            <a:spLocks noChangeArrowheads="1" noGrp="1"/>
          </p:cNvSpPr>
          <p:nvPr userDrawn="1"/>
        </p:nvSpPr>
        <p:spPr bwMode="auto">
          <a:xfrm>
            <a:off x="8400255" y="3356809"/>
            <a:ext cx="190499" cy="145245"/>
          </a:xfrm>
          <a:custGeom>
            <a:avLst/>
            <a:gdLst/>
            <a:ahLst/>
            <a:cxnLst/>
            <a:rect l="l" t="t" r="r" b="b"/>
            <a:pathLst>
              <a:path w="43200" h="43200" fill="norm" stroke="0" extrusionOk="0">
                <a:moveTo>
                  <a:pt x="43200" y="0"/>
                </a:moveTo>
                <a:lnTo>
                  <a:pt x="43200" y="43200"/>
                </a:lnTo>
                <a:lnTo>
                  <a:pt x="0" y="21623"/>
                </a:lnTo>
                <a:lnTo>
                  <a:pt x="43200" y="0"/>
                </a:lnTo>
              </a:path>
            </a:pathLst>
          </a:custGeom>
          <a:solidFill>
            <a:srgbClr val="FFFFFF"/>
          </a:solidFill>
          <a:ln w="9524" cap="rnd">
            <a:solidFill>
              <a:srgbClr val="000000"/>
            </a:solidFill>
            <a:bevel/>
            <a:headEnd/>
            <a:tailEnd/>
          </a:ln>
        </p:spPr>
      </p:sp>
      <p:sp>
        <p:nvSpPr>
          <p:cNvPr id="1713563040" name="Text Placeholder 4"/>
          <p:cNvSpPr>
            <a:spLocks noGrp="1"/>
          </p:cNvSpPr>
          <p:nvPr>
            <p:ph type="subTitle" idx="1"/>
          </p:nvPr>
        </p:nvSpPr>
        <p:spPr bwMode="auto">
          <a:xfrm>
            <a:off x="8881393" y="2597939"/>
            <a:ext cx="2974883" cy="1661581"/>
          </a:xfrm>
          <a:prstGeom prst="rect">
            <a:avLst/>
          </a:prstGeom>
        </p:spPr>
        <p:txBody>
          <a:bodyPr anchor="ctr" anchorCtr="0">
            <a:normAutofit/>
          </a:bodyPr>
          <a:lstStyle>
            <a:lvl1pPr marL="171450" indent="-171450" algn="l">
              <a:buFont typeface="Arial"/>
              <a:buChar char="•"/>
              <a:defRPr sz="2000" b="1">
                <a:solidFill>
                  <a:schemeClr val="bg1"/>
                </a:solidFill>
                <a:latin typeface="Arial"/>
                <a:cs typeface="Arial"/>
              </a:defRPr>
            </a:lvl1pPr>
          </a:lstStyle>
          <a:p>
            <a:pPr>
              <a:defRPr/>
            </a:pPr>
            <a:r>
              <a:rPr/>
              <a:t>Click to edit Master subtitle style</a:t>
            </a:r>
            <a:endParaRPr/>
          </a:p>
        </p:txBody>
      </p:sp>
      <p:sp>
        <p:nvSpPr>
          <p:cNvPr id="11677148" name="Title 1"/>
          <p:cNvSpPr>
            <a:spLocks noGrp="1"/>
          </p:cNvSpPr>
          <p:nvPr>
            <p:ph type="title"/>
          </p:nvPr>
        </p:nvSpPr>
        <p:spPr bwMode="auto">
          <a:xfrm>
            <a:off x="623395" y="2569090"/>
            <a:ext cx="7383251" cy="1654020"/>
          </a:xfrm>
        </p:spPr>
        <p:txBody>
          <a:bodyPr/>
          <a:lstStyle>
            <a:lvl1pPr algn="r">
              <a:defRPr/>
            </a:lvl1pPr>
          </a:lstStyle>
          <a:p>
            <a:pPr>
              <a:defRPr/>
            </a:pPr>
            <a:r>
              <a:rPr/>
              <a:t>Click to edit Master title style</a:t>
            </a:r>
            <a:endParaRPr/>
          </a:p>
        </p:txBody>
      </p:sp>
      <p:sp>
        <p:nvSpPr>
          <p:cNvPr id="1318192926" name="Date Placeholder 10"/>
          <p:cNvSpPr>
            <a:spLocks noGrp="1"/>
          </p:cNvSpPr>
          <p:nvPr>
            <p:ph type="dt" sz="half" idx="15"/>
          </p:nvPr>
        </p:nvSpPr>
        <p:spPr bwMode="auto"/>
        <p:txBody>
          <a:bodyPr/>
          <a:lstStyle/>
          <a:p>
            <a:pPr>
              <a:defRPr/>
            </a:pPr>
            <a:fld id="{B7184183-74E9-4393-9769-E1D9236041BE}" type="datetimeFigureOut">
              <a:rPr/>
              <a:t>22.10.2013</a:t>
            </a:fld>
            <a:endParaRPr/>
          </a:p>
        </p:txBody>
      </p:sp>
      <p:sp>
        <p:nvSpPr>
          <p:cNvPr id="1220157109" name="Footer Placeholder 11"/>
          <p:cNvSpPr>
            <a:spLocks noGrp="1"/>
          </p:cNvSpPr>
          <p:nvPr>
            <p:ph type="ftr" sz="quarter" idx="16"/>
          </p:nvPr>
        </p:nvSpPr>
        <p:spPr bwMode="auto"/>
        <p:txBody>
          <a:bodyPr/>
          <a:lstStyle/>
          <a:p>
            <a:pPr>
              <a:defRPr/>
            </a:pPr>
            <a:endParaRPr/>
          </a:p>
        </p:txBody>
      </p:sp>
      <p:sp>
        <p:nvSpPr>
          <p:cNvPr id="221318755" name="Slide Number Placeholder 12"/>
          <p:cNvSpPr>
            <a:spLocks noGrp="1"/>
          </p:cNvSpPr>
          <p:nvPr>
            <p:ph type="sldNum" sz="quarter" idx="17"/>
          </p:nvPr>
        </p:nvSpPr>
        <p:spPr bwMode="auto"/>
        <p:txBody>
          <a:bodyPr/>
          <a:lstStyle/>
          <a:p>
            <a:pPr>
              <a:defRPr/>
            </a:pPr>
            <a:fld id="{6A530004-958A-4E15-9840-E9741BECB0F3}"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127356612" name="Title 1"/>
          <p:cNvSpPr>
            <a:spLocks noGrp="1"/>
          </p:cNvSpPr>
          <p:nvPr>
            <p:ph type="title"/>
          </p:nvPr>
        </p:nvSpPr>
        <p:spPr bwMode="auto"/>
        <p:txBody>
          <a:bodyPr/>
          <a:lstStyle/>
          <a:p>
            <a:pPr>
              <a:defRPr/>
            </a:pPr>
            <a:r>
              <a:rPr/>
              <a:t>Click to edit Master title style</a:t>
            </a:r>
            <a:endParaRPr/>
          </a:p>
        </p:txBody>
      </p:sp>
      <p:sp>
        <p:nvSpPr>
          <p:cNvPr id="1528957853"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957639172" name="Date Placeholder 3"/>
          <p:cNvSpPr>
            <a:spLocks noGrp="1"/>
          </p:cNvSpPr>
          <p:nvPr>
            <p:ph type="dt" sz="half" idx="10"/>
          </p:nvPr>
        </p:nvSpPr>
        <p:spPr bwMode="auto"/>
        <p:txBody>
          <a:bodyPr/>
          <a:lstStyle/>
          <a:p>
            <a:pPr>
              <a:defRPr/>
            </a:pPr>
            <a:fld id="{B7184183-74E9-4393-9769-E1D9236041BE}" type="datetimeFigureOut">
              <a:rPr/>
              <a:t>22.10.2013</a:t>
            </a:fld>
            <a:endParaRPr/>
          </a:p>
        </p:txBody>
      </p:sp>
      <p:sp>
        <p:nvSpPr>
          <p:cNvPr id="1663859275" name="Footer Placeholder 4"/>
          <p:cNvSpPr>
            <a:spLocks noGrp="1"/>
          </p:cNvSpPr>
          <p:nvPr>
            <p:ph type="ftr" sz="quarter" idx="11"/>
          </p:nvPr>
        </p:nvSpPr>
        <p:spPr bwMode="auto"/>
        <p:txBody>
          <a:bodyPr/>
          <a:lstStyle/>
          <a:p>
            <a:pPr>
              <a:defRPr/>
            </a:pPr>
            <a:endParaRPr/>
          </a:p>
        </p:txBody>
      </p:sp>
      <p:sp>
        <p:nvSpPr>
          <p:cNvPr id="1894825094" name="Slide Number Placeholder 5"/>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290107192" name="Title 1"/>
          <p:cNvSpPr>
            <a:spLocks noGrp="1"/>
          </p:cNvSpPr>
          <p:nvPr>
            <p:ph type="title"/>
          </p:nvPr>
        </p:nvSpPr>
        <p:spPr bwMode="auto">
          <a:xfrm>
            <a:off x="963083" y="4406904"/>
            <a:ext cx="10363199" cy="1362074"/>
          </a:xfrm>
        </p:spPr>
        <p:txBody>
          <a:bodyPr anchor="t"/>
          <a:lstStyle>
            <a:lvl1pPr algn="l">
              <a:defRPr sz="4000" b="1" cap="all"/>
            </a:lvl1pPr>
          </a:lstStyle>
          <a:p>
            <a:pPr>
              <a:defRPr/>
            </a:pPr>
            <a:r>
              <a:rPr/>
              <a:t>Click to edit Master title style</a:t>
            </a:r>
            <a:endParaRPr/>
          </a:p>
        </p:txBody>
      </p:sp>
      <p:sp>
        <p:nvSpPr>
          <p:cNvPr id="1563225917" name="Text Placeholder 2"/>
          <p:cNvSpPr>
            <a:spLocks noGrp="1"/>
          </p:cNvSpPr>
          <p:nvPr>
            <p:ph type="body" idx="1"/>
          </p:nvPr>
        </p:nvSpPr>
        <p:spPr bwMode="auto">
          <a:xfrm>
            <a:off x="963083" y="2906717"/>
            <a:ext cx="10363199" cy="1500186"/>
          </a:xfrm>
        </p:spPr>
        <p:txBody>
          <a:bodyPr anchor="b"/>
          <a:lstStyle>
            <a:lvl1pPr marL="0" indent="0">
              <a:buNone/>
              <a:defRPr sz="2000">
                <a:solidFill>
                  <a:schemeClr val="accent6">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a:t>Click to edit Master text styles</a:t>
            </a:r>
            <a:endParaRPr/>
          </a:p>
        </p:txBody>
      </p:sp>
      <p:sp>
        <p:nvSpPr>
          <p:cNvPr id="1264049815" name="Date Placeholder 3"/>
          <p:cNvSpPr>
            <a:spLocks noGrp="1"/>
          </p:cNvSpPr>
          <p:nvPr>
            <p:ph type="dt" sz="half" idx="10"/>
          </p:nvPr>
        </p:nvSpPr>
        <p:spPr bwMode="auto"/>
        <p:txBody>
          <a:bodyPr/>
          <a:lstStyle/>
          <a:p>
            <a:pPr>
              <a:defRPr/>
            </a:pPr>
            <a:fld id="{B7184183-74E9-4393-9769-E1D9236041BE}" type="datetimeFigureOut">
              <a:rPr/>
              <a:t>22.10.2013</a:t>
            </a:fld>
            <a:endParaRPr/>
          </a:p>
        </p:txBody>
      </p:sp>
      <p:sp>
        <p:nvSpPr>
          <p:cNvPr id="410144198" name="Footer Placeholder 4"/>
          <p:cNvSpPr>
            <a:spLocks noGrp="1"/>
          </p:cNvSpPr>
          <p:nvPr>
            <p:ph type="ftr" sz="quarter" idx="11"/>
          </p:nvPr>
        </p:nvSpPr>
        <p:spPr bwMode="auto"/>
        <p:txBody>
          <a:bodyPr/>
          <a:lstStyle/>
          <a:p>
            <a:pPr>
              <a:defRPr/>
            </a:pPr>
            <a:endParaRPr/>
          </a:p>
        </p:txBody>
      </p:sp>
      <p:sp>
        <p:nvSpPr>
          <p:cNvPr id="1819198650" name="Slide Number Placeholder 5"/>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062217157" name="Content Placeholder 2"/>
          <p:cNvSpPr>
            <a:spLocks noGrp="1"/>
          </p:cNvSpPr>
          <p:nvPr>
            <p:ph sz="half" idx="1"/>
          </p:nvPr>
        </p:nvSpPr>
        <p:spPr bwMode="auto">
          <a:xfrm>
            <a:off x="815413" y="1595438"/>
            <a:ext cx="5178986" cy="451484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985418026" name="Content Placeholder 3"/>
          <p:cNvSpPr>
            <a:spLocks noGrp="1"/>
          </p:cNvSpPr>
          <p:nvPr>
            <p:ph sz="half" idx="2"/>
          </p:nvPr>
        </p:nvSpPr>
        <p:spPr bwMode="auto">
          <a:xfrm>
            <a:off x="6197599" y="1595438"/>
            <a:ext cx="5178986" cy="451484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762556379" name="Date Placeholder 4"/>
          <p:cNvSpPr>
            <a:spLocks noGrp="1"/>
          </p:cNvSpPr>
          <p:nvPr>
            <p:ph type="dt" sz="half" idx="10"/>
          </p:nvPr>
        </p:nvSpPr>
        <p:spPr bwMode="auto"/>
        <p:txBody>
          <a:bodyPr/>
          <a:lstStyle/>
          <a:p>
            <a:pPr>
              <a:defRPr/>
            </a:pPr>
            <a:fld id="{B7184183-74E9-4393-9769-E1D9236041BE}" type="datetimeFigureOut">
              <a:rPr/>
              <a:t>22.10.2013</a:t>
            </a:fld>
            <a:endParaRPr/>
          </a:p>
        </p:txBody>
      </p:sp>
      <p:sp>
        <p:nvSpPr>
          <p:cNvPr id="540882070" name="Footer Placeholder 5"/>
          <p:cNvSpPr>
            <a:spLocks noGrp="1"/>
          </p:cNvSpPr>
          <p:nvPr>
            <p:ph type="ftr" sz="quarter" idx="11"/>
          </p:nvPr>
        </p:nvSpPr>
        <p:spPr bwMode="auto"/>
        <p:txBody>
          <a:bodyPr/>
          <a:lstStyle/>
          <a:p>
            <a:pPr>
              <a:defRPr/>
            </a:pPr>
            <a:endParaRPr/>
          </a:p>
        </p:txBody>
      </p:sp>
      <p:sp>
        <p:nvSpPr>
          <p:cNvPr id="336598462" name="Slide Number Placeholder 6"/>
          <p:cNvSpPr>
            <a:spLocks noGrp="1"/>
          </p:cNvSpPr>
          <p:nvPr>
            <p:ph type="sldNum" sz="quarter" idx="12"/>
          </p:nvPr>
        </p:nvSpPr>
        <p:spPr bwMode="auto"/>
        <p:txBody>
          <a:bodyPr/>
          <a:lstStyle/>
          <a:p>
            <a:pPr>
              <a:defRPr/>
            </a:pPr>
            <a:fld id="{6A530004-958A-4E15-9840-E9741BECB0F3}" type="slidenum">
              <a:rPr/>
              <a:t>‹#›</a:t>
            </a:fld>
            <a:endParaRPr/>
          </a:p>
        </p:txBody>
      </p:sp>
      <p:sp>
        <p:nvSpPr>
          <p:cNvPr id="443032114" name="Title 7"/>
          <p:cNvSpPr>
            <a:spLocks noGrp="1"/>
          </p:cNvSpPr>
          <p:nvPr>
            <p:ph type="title"/>
          </p:nvPr>
        </p:nvSpPr>
        <p:spPr bwMode="auto"/>
        <p:txBody>
          <a:bodyPr/>
          <a:lstStyle/>
          <a:p>
            <a:pPr>
              <a:defRPr/>
            </a:pPr>
            <a:r>
              <a:rPr/>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317188147" name="Text Placeholder 2"/>
          <p:cNvSpPr>
            <a:spLocks noGrp="1"/>
          </p:cNvSpPr>
          <p:nvPr>
            <p:ph type="body" idx="1"/>
          </p:nvPr>
        </p:nvSpPr>
        <p:spPr bwMode="auto">
          <a:xfrm>
            <a:off x="815413" y="1535113"/>
            <a:ext cx="5181103" cy="63976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312949369" name="Content Placeholder 3"/>
          <p:cNvSpPr>
            <a:spLocks noGrp="1"/>
          </p:cNvSpPr>
          <p:nvPr>
            <p:ph sz="half" idx="2"/>
          </p:nvPr>
        </p:nvSpPr>
        <p:spPr bwMode="auto">
          <a:xfrm>
            <a:off x="815413" y="2174874"/>
            <a:ext cx="518110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678276721" name="Text Placeholder 4"/>
          <p:cNvSpPr>
            <a:spLocks noGrp="1"/>
          </p:cNvSpPr>
          <p:nvPr>
            <p:ph type="body" sz="quarter" idx="3"/>
          </p:nvPr>
        </p:nvSpPr>
        <p:spPr bwMode="auto">
          <a:xfrm>
            <a:off x="6193377" y="1535113"/>
            <a:ext cx="5183210" cy="63976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363840320" name="Content Placeholder 5"/>
          <p:cNvSpPr>
            <a:spLocks noGrp="1"/>
          </p:cNvSpPr>
          <p:nvPr>
            <p:ph sz="quarter" idx="4"/>
          </p:nvPr>
        </p:nvSpPr>
        <p:spPr bwMode="auto">
          <a:xfrm>
            <a:off x="6193377" y="2174874"/>
            <a:ext cx="518321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846590952" name="Date Placeholder 6"/>
          <p:cNvSpPr>
            <a:spLocks noGrp="1"/>
          </p:cNvSpPr>
          <p:nvPr>
            <p:ph type="dt" sz="half" idx="10"/>
          </p:nvPr>
        </p:nvSpPr>
        <p:spPr bwMode="auto"/>
        <p:txBody>
          <a:bodyPr/>
          <a:lstStyle/>
          <a:p>
            <a:pPr>
              <a:defRPr/>
            </a:pPr>
            <a:fld id="{B7184183-74E9-4393-9769-E1D9236041BE}" type="datetimeFigureOut">
              <a:rPr/>
              <a:t>22.10.2013</a:t>
            </a:fld>
            <a:endParaRPr/>
          </a:p>
        </p:txBody>
      </p:sp>
      <p:sp>
        <p:nvSpPr>
          <p:cNvPr id="276736807" name="Footer Placeholder 7"/>
          <p:cNvSpPr>
            <a:spLocks noGrp="1"/>
          </p:cNvSpPr>
          <p:nvPr>
            <p:ph type="ftr" sz="quarter" idx="11"/>
          </p:nvPr>
        </p:nvSpPr>
        <p:spPr bwMode="auto"/>
        <p:txBody>
          <a:bodyPr/>
          <a:lstStyle/>
          <a:p>
            <a:pPr>
              <a:defRPr/>
            </a:pPr>
            <a:endParaRPr/>
          </a:p>
        </p:txBody>
      </p:sp>
      <p:sp>
        <p:nvSpPr>
          <p:cNvPr id="893286767" name="Slide Number Placeholder 8"/>
          <p:cNvSpPr>
            <a:spLocks noGrp="1"/>
          </p:cNvSpPr>
          <p:nvPr>
            <p:ph type="sldNum" sz="quarter" idx="12"/>
          </p:nvPr>
        </p:nvSpPr>
        <p:spPr bwMode="auto"/>
        <p:txBody>
          <a:bodyPr/>
          <a:lstStyle/>
          <a:p>
            <a:pPr>
              <a:defRPr/>
            </a:pPr>
            <a:fld id="{6A530004-958A-4E15-9840-E9741BECB0F3}" type="slidenum">
              <a:rPr/>
              <a:t>‹#›</a:t>
            </a:fld>
            <a:endParaRPr/>
          </a:p>
        </p:txBody>
      </p:sp>
      <p:sp>
        <p:nvSpPr>
          <p:cNvPr id="1043174235" name="Title 9"/>
          <p:cNvSpPr>
            <a:spLocks noGrp="1"/>
          </p:cNvSpPr>
          <p:nvPr>
            <p:ph type="title"/>
          </p:nvPr>
        </p:nvSpPr>
        <p:spPr bwMode="auto"/>
        <p:txBody>
          <a:bodyPr/>
          <a:lstStyle/>
          <a:p>
            <a:pPr>
              <a:defRPr/>
            </a:pPr>
            <a:r>
              <a:rPr/>
              <a:t>Click to edit Master title style</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364155930" name="Title 1"/>
          <p:cNvSpPr>
            <a:spLocks noGrp="1"/>
          </p:cNvSpPr>
          <p:nvPr>
            <p:ph type="title"/>
          </p:nvPr>
        </p:nvSpPr>
        <p:spPr bwMode="auto"/>
        <p:txBody>
          <a:bodyPr/>
          <a:lstStyle/>
          <a:p>
            <a:pPr>
              <a:defRPr/>
            </a:pPr>
            <a:r>
              <a:rPr/>
              <a:t>Click to edit Master title style</a:t>
            </a:r>
            <a:endParaRPr/>
          </a:p>
        </p:txBody>
      </p:sp>
      <p:sp>
        <p:nvSpPr>
          <p:cNvPr id="1631708921" name="Date Placeholder 2"/>
          <p:cNvSpPr>
            <a:spLocks noGrp="1"/>
          </p:cNvSpPr>
          <p:nvPr>
            <p:ph type="dt" sz="half" idx="10"/>
          </p:nvPr>
        </p:nvSpPr>
        <p:spPr bwMode="auto"/>
        <p:txBody>
          <a:bodyPr/>
          <a:lstStyle/>
          <a:p>
            <a:pPr>
              <a:defRPr/>
            </a:pPr>
            <a:fld id="{B7184183-74E9-4393-9769-E1D9236041BE}" type="datetimeFigureOut">
              <a:rPr/>
              <a:t>22.10.2013</a:t>
            </a:fld>
            <a:endParaRPr/>
          </a:p>
        </p:txBody>
      </p:sp>
      <p:sp>
        <p:nvSpPr>
          <p:cNvPr id="1475688143" name="Footer Placeholder 3"/>
          <p:cNvSpPr>
            <a:spLocks noGrp="1"/>
          </p:cNvSpPr>
          <p:nvPr>
            <p:ph type="ftr" sz="quarter" idx="11"/>
          </p:nvPr>
        </p:nvSpPr>
        <p:spPr bwMode="auto"/>
        <p:txBody>
          <a:bodyPr/>
          <a:lstStyle/>
          <a:p>
            <a:pPr>
              <a:defRPr/>
            </a:pPr>
            <a:endParaRPr/>
          </a:p>
        </p:txBody>
      </p:sp>
      <p:sp>
        <p:nvSpPr>
          <p:cNvPr id="1506601866" name="Slide Number Placeholder 4"/>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614570783" name="Date Placeholder 1"/>
          <p:cNvSpPr>
            <a:spLocks noGrp="1"/>
          </p:cNvSpPr>
          <p:nvPr>
            <p:ph type="dt" sz="half" idx="10"/>
          </p:nvPr>
        </p:nvSpPr>
        <p:spPr bwMode="auto"/>
        <p:txBody>
          <a:bodyPr/>
          <a:lstStyle/>
          <a:p>
            <a:pPr>
              <a:defRPr/>
            </a:pPr>
            <a:fld id="{B7184183-74E9-4393-9769-E1D9236041BE}" type="datetimeFigureOut">
              <a:rPr/>
              <a:t>22.10.2013</a:t>
            </a:fld>
            <a:endParaRPr/>
          </a:p>
        </p:txBody>
      </p:sp>
      <p:sp>
        <p:nvSpPr>
          <p:cNvPr id="182846961" name="Footer Placeholder 2"/>
          <p:cNvSpPr>
            <a:spLocks noGrp="1"/>
          </p:cNvSpPr>
          <p:nvPr>
            <p:ph type="ftr" sz="quarter" idx="11"/>
          </p:nvPr>
        </p:nvSpPr>
        <p:spPr bwMode="auto"/>
        <p:txBody>
          <a:bodyPr/>
          <a:lstStyle/>
          <a:p>
            <a:pPr>
              <a:defRPr/>
            </a:pPr>
            <a:endParaRPr/>
          </a:p>
        </p:txBody>
      </p:sp>
      <p:sp>
        <p:nvSpPr>
          <p:cNvPr id="159865903" name="Slide Number Placeholder 3"/>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366136421" name="Title 1"/>
          <p:cNvSpPr>
            <a:spLocks noGrp="1"/>
          </p:cNvSpPr>
          <p:nvPr>
            <p:ph type="title"/>
          </p:nvPr>
        </p:nvSpPr>
        <p:spPr bwMode="auto">
          <a:xfrm>
            <a:off x="609610" y="273054"/>
            <a:ext cx="4011084" cy="1162049"/>
          </a:xfrm>
        </p:spPr>
        <p:txBody>
          <a:bodyPr anchor="b"/>
          <a:lstStyle>
            <a:lvl1pPr algn="l">
              <a:defRPr sz="2000" b="1"/>
            </a:lvl1pPr>
          </a:lstStyle>
          <a:p>
            <a:pPr>
              <a:defRPr/>
            </a:pPr>
            <a:r>
              <a:rPr/>
              <a:t>Click to edit Master title style</a:t>
            </a:r>
            <a:endParaRPr/>
          </a:p>
        </p:txBody>
      </p:sp>
      <p:sp>
        <p:nvSpPr>
          <p:cNvPr id="1550827746" name="Content Placeholder 2"/>
          <p:cNvSpPr>
            <a:spLocks noGrp="1"/>
          </p:cNvSpPr>
          <p:nvPr>
            <p:ph idx="1"/>
          </p:nvPr>
        </p:nvSpPr>
        <p:spPr bwMode="auto">
          <a:xfrm>
            <a:off x="4766732"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444432288" name="Text Placeholder 3"/>
          <p:cNvSpPr>
            <a:spLocks noGrp="1"/>
          </p:cNvSpPr>
          <p:nvPr>
            <p:ph type="body" sz="half" idx="2"/>
          </p:nvPr>
        </p:nvSpPr>
        <p:spPr bwMode="auto">
          <a:xfrm>
            <a:off x="609610"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475916289" name="Date Placeholder 4"/>
          <p:cNvSpPr>
            <a:spLocks noGrp="1"/>
          </p:cNvSpPr>
          <p:nvPr>
            <p:ph type="dt" sz="half" idx="10"/>
          </p:nvPr>
        </p:nvSpPr>
        <p:spPr bwMode="auto"/>
        <p:txBody>
          <a:bodyPr/>
          <a:lstStyle/>
          <a:p>
            <a:pPr>
              <a:defRPr/>
            </a:pPr>
            <a:fld id="{B7184183-74E9-4393-9769-E1D9236041BE}" type="datetimeFigureOut">
              <a:rPr/>
              <a:t>22.10.2013</a:t>
            </a:fld>
            <a:endParaRPr/>
          </a:p>
        </p:txBody>
      </p:sp>
      <p:sp>
        <p:nvSpPr>
          <p:cNvPr id="225764432" name="Footer Placeholder 5"/>
          <p:cNvSpPr>
            <a:spLocks noGrp="1"/>
          </p:cNvSpPr>
          <p:nvPr>
            <p:ph type="ftr" sz="quarter" idx="11"/>
          </p:nvPr>
        </p:nvSpPr>
        <p:spPr bwMode="auto"/>
        <p:txBody>
          <a:bodyPr/>
          <a:lstStyle/>
          <a:p>
            <a:pPr>
              <a:defRPr/>
            </a:pPr>
            <a:endParaRPr/>
          </a:p>
        </p:txBody>
      </p:sp>
      <p:sp>
        <p:nvSpPr>
          <p:cNvPr id="1447131985" name="Slide Number Placeholder 6"/>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536850481" name="Title 1"/>
          <p:cNvSpPr>
            <a:spLocks noGrp="1"/>
          </p:cNvSpPr>
          <p:nvPr>
            <p:ph type="title"/>
          </p:nvPr>
        </p:nvSpPr>
        <p:spPr bwMode="auto">
          <a:xfrm>
            <a:off x="815413" y="4800603"/>
            <a:ext cx="10561173" cy="566738"/>
          </a:xfrm>
        </p:spPr>
        <p:txBody>
          <a:bodyPr anchor="b"/>
          <a:lstStyle>
            <a:lvl1pPr algn="l">
              <a:defRPr sz="2000" b="1"/>
            </a:lvl1pPr>
          </a:lstStyle>
          <a:p>
            <a:pPr>
              <a:defRPr/>
            </a:pPr>
            <a:r>
              <a:rPr/>
              <a:t>Click to edit Master title style</a:t>
            </a:r>
            <a:endParaRPr/>
          </a:p>
        </p:txBody>
      </p:sp>
      <p:sp>
        <p:nvSpPr>
          <p:cNvPr id="1106175731" name="Picture Placeholder 2"/>
          <p:cNvSpPr>
            <a:spLocks noGrp="1"/>
          </p:cNvSpPr>
          <p:nvPr>
            <p:ph type="pic" idx="1"/>
          </p:nvPr>
        </p:nvSpPr>
        <p:spPr bwMode="auto">
          <a:xfrm>
            <a:off x="815413" y="612778"/>
            <a:ext cx="10561173" cy="41147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1139478175" name="Text Placeholder 3"/>
          <p:cNvSpPr>
            <a:spLocks noGrp="1"/>
          </p:cNvSpPr>
          <p:nvPr>
            <p:ph type="body" sz="half" idx="2"/>
          </p:nvPr>
        </p:nvSpPr>
        <p:spPr bwMode="auto">
          <a:xfrm>
            <a:off x="815413" y="5367337"/>
            <a:ext cx="1056117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034169770" name="Date Placeholder 4"/>
          <p:cNvSpPr>
            <a:spLocks noGrp="1"/>
          </p:cNvSpPr>
          <p:nvPr>
            <p:ph type="dt" sz="half" idx="10"/>
          </p:nvPr>
        </p:nvSpPr>
        <p:spPr bwMode="auto"/>
        <p:txBody>
          <a:bodyPr/>
          <a:lstStyle/>
          <a:p>
            <a:pPr>
              <a:defRPr/>
            </a:pPr>
            <a:fld id="{B7184183-74E9-4393-9769-E1D9236041BE}" type="datetimeFigureOut">
              <a:rPr/>
              <a:t>22.10.2013</a:t>
            </a:fld>
            <a:endParaRPr/>
          </a:p>
        </p:txBody>
      </p:sp>
      <p:sp>
        <p:nvSpPr>
          <p:cNvPr id="1093925071" name="Footer Placeholder 5"/>
          <p:cNvSpPr>
            <a:spLocks noGrp="1"/>
          </p:cNvSpPr>
          <p:nvPr>
            <p:ph type="ftr" sz="quarter" idx="11"/>
          </p:nvPr>
        </p:nvSpPr>
        <p:spPr bwMode="auto"/>
        <p:txBody>
          <a:bodyPr/>
          <a:lstStyle/>
          <a:p>
            <a:pPr>
              <a:defRPr/>
            </a:pPr>
            <a:endParaRPr/>
          </a:p>
        </p:txBody>
      </p:sp>
      <p:sp>
        <p:nvSpPr>
          <p:cNvPr id="929055979" name="Slide Number Placeholder 6"/>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829401412" name="Title 1"/>
          <p:cNvSpPr>
            <a:spLocks noGrp="1"/>
          </p:cNvSpPr>
          <p:nvPr>
            <p:ph type="title"/>
          </p:nvPr>
        </p:nvSpPr>
        <p:spPr bwMode="auto"/>
        <p:txBody>
          <a:bodyPr/>
          <a:lstStyle/>
          <a:p>
            <a:pPr>
              <a:defRPr/>
            </a:pPr>
            <a:r>
              <a:rPr/>
              <a:t>Click to edit Master title style</a:t>
            </a:r>
            <a:endParaRPr/>
          </a:p>
        </p:txBody>
      </p:sp>
      <p:sp>
        <p:nvSpPr>
          <p:cNvPr id="1719137517"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960702047" name="Date Placeholder 3"/>
          <p:cNvSpPr>
            <a:spLocks noGrp="1"/>
          </p:cNvSpPr>
          <p:nvPr>
            <p:ph type="dt" sz="half" idx="10"/>
          </p:nvPr>
        </p:nvSpPr>
        <p:spPr bwMode="auto"/>
        <p:txBody>
          <a:bodyPr/>
          <a:lstStyle/>
          <a:p>
            <a:pPr>
              <a:defRPr/>
            </a:pPr>
            <a:fld id="{B7184183-74E9-4393-9769-E1D9236041BE}" type="datetimeFigureOut">
              <a:rPr/>
              <a:t>22.10.2013</a:t>
            </a:fld>
            <a:endParaRPr/>
          </a:p>
        </p:txBody>
      </p:sp>
      <p:sp>
        <p:nvSpPr>
          <p:cNvPr id="399290918" name="Footer Placeholder 4"/>
          <p:cNvSpPr>
            <a:spLocks noGrp="1"/>
          </p:cNvSpPr>
          <p:nvPr>
            <p:ph type="ftr" sz="quarter" idx="11"/>
          </p:nvPr>
        </p:nvSpPr>
        <p:spPr bwMode="auto"/>
        <p:txBody>
          <a:bodyPr/>
          <a:lstStyle/>
          <a:p>
            <a:pPr>
              <a:defRPr/>
            </a:pPr>
            <a:endParaRPr/>
          </a:p>
        </p:txBody>
      </p:sp>
      <p:sp>
        <p:nvSpPr>
          <p:cNvPr id="567771676" name="Slide Number Placeholder 5"/>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70635168" name="Vertical Title 1"/>
          <p:cNvSpPr>
            <a:spLocks noGrp="1"/>
          </p:cNvSpPr>
          <p:nvPr>
            <p:ph type="title" orient="vert"/>
          </p:nvPr>
        </p:nvSpPr>
        <p:spPr bwMode="auto">
          <a:xfrm>
            <a:off x="8839199" y="274642"/>
            <a:ext cx="2743200" cy="5835649"/>
          </a:xfrm>
        </p:spPr>
        <p:txBody>
          <a:bodyPr vert="eaVert"/>
          <a:lstStyle/>
          <a:p>
            <a:pPr>
              <a:defRPr/>
            </a:pPr>
            <a:r>
              <a:rPr/>
              <a:t>Click to edit Master title style</a:t>
            </a:r>
            <a:endParaRPr/>
          </a:p>
        </p:txBody>
      </p:sp>
      <p:sp>
        <p:nvSpPr>
          <p:cNvPr id="1419417260" name="Vertical Text Placeholder 2"/>
          <p:cNvSpPr>
            <a:spLocks noGrp="1"/>
          </p:cNvSpPr>
          <p:nvPr>
            <p:ph type="body" orient="vert" idx="1"/>
          </p:nvPr>
        </p:nvSpPr>
        <p:spPr bwMode="auto">
          <a:xfrm>
            <a:off x="609599" y="274642"/>
            <a:ext cx="8026399" cy="5835649"/>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553602769" name="Date Placeholder 3"/>
          <p:cNvSpPr>
            <a:spLocks noGrp="1"/>
          </p:cNvSpPr>
          <p:nvPr>
            <p:ph type="dt" sz="half" idx="10"/>
          </p:nvPr>
        </p:nvSpPr>
        <p:spPr bwMode="auto"/>
        <p:txBody>
          <a:bodyPr/>
          <a:lstStyle/>
          <a:p>
            <a:pPr>
              <a:defRPr/>
            </a:pPr>
            <a:fld id="{B7184183-74E9-4393-9769-E1D9236041BE}" type="datetimeFigureOut">
              <a:rPr/>
              <a:t>22.10.2013</a:t>
            </a:fld>
            <a:endParaRPr/>
          </a:p>
        </p:txBody>
      </p:sp>
      <p:sp>
        <p:nvSpPr>
          <p:cNvPr id="339516704" name="Footer Placeholder 4"/>
          <p:cNvSpPr>
            <a:spLocks noGrp="1"/>
          </p:cNvSpPr>
          <p:nvPr>
            <p:ph type="ftr" sz="quarter" idx="11"/>
          </p:nvPr>
        </p:nvSpPr>
        <p:spPr bwMode="auto"/>
        <p:txBody>
          <a:bodyPr/>
          <a:lstStyle/>
          <a:p>
            <a:pPr>
              <a:defRPr/>
            </a:pPr>
            <a:endParaRPr/>
          </a:p>
        </p:txBody>
      </p:sp>
      <p:sp>
        <p:nvSpPr>
          <p:cNvPr id="783954635" name="Slide Number Placeholder 5"/>
          <p:cNvSpPr>
            <a:spLocks noGrp="1"/>
          </p:cNvSpPr>
          <p:nvPr>
            <p:ph type="sldNum" sz="quarter" idx="12"/>
          </p:nvPr>
        </p:nvSpPr>
        <p:spPr bwMode="auto"/>
        <p:txBody>
          <a:bodyPr/>
          <a:lstStyle/>
          <a:p>
            <a:pPr>
              <a:defRPr/>
            </a:pPr>
            <a:fld id="{6A530004-958A-4E15-9840-E9741BECB0F3}"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928280510" name="Shape 1100"/>
          <p:cNvSpPr>
            <a:spLocks noChangeArrowheads="1" noGrp="1"/>
          </p:cNvSpPr>
          <p:nvPr userDrawn="1"/>
        </p:nvSpPr>
        <p:spPr bwMode="auto">
          <a:xfrm>
            <a:off x="3669" y="270"/>
            <a:ext cx="12184661" cy="6857460"/>
          </a:xfrm>
          <a:custGeom>
            <a:avLst/>
            <a:gdLst>
              <a:gd name="connsiteX0" fmla="*/ 43199 w 43199"/>
              <a:gd name="connsiteY0" fmla="*/ 23405 h 43200"/>
              <a:gd name="connsiteX1" fmla="*/ 43199 w 43199"/>
              <a:gd name="connsiteY1" fmla="*/ 23405 h 43200"/>
              <a:gd name="connsiteX2" fmla="*/ 41239 w 43199"/>
              <a:gd name="connsiteY2" fmla="*/ 21600 h 43200"/>
              <a:gd name="connsiteX3" fmla="*/ 43199 w 43199"/>
              <a:gd name="connsiteY3" fmla="*/ 19794 h 43200"/>
              <a:gd name="connsiteX4" fmla="*/ 43199 w 43199"/>
              <a:gd name="connsiteY4" fmla="*/ 19794 h 43200"/>
              <a:gd name="connsiteX5" fmla="*/ 43174 w 43199"/>
              <a:gd name="connsiteY5" fmla="*/ 19794 h 43200"/>
              <a:gd name="connsiteX6" fmla="*/ 43174 w 43199"/>
              <a:gd name="connsiteY6" fmla="*/ 0 h 43200"/>
              <a:gd name="connsiteX7" fmla="*/ 0 w 43199"/>
              <a:gd name="connsiteY7" fmla="*/ 0 h 43200"/>
              <a:gd name="connsiteX8" fmla="*/ 0 w 43199"/>
              <a:gd name="connsiteY8" fmla="*/ 43200 h 43200"/>
              <a:gd name="connsiteX9" fmla="*/ 43174 w 43199"/>
              <a:gd name="connsiteY9" fmla="*/ 43200 h 43200"/>
              <a:gd name="connsiteX10" fmla="*/ 43174 w 43199"/>
              <a:gd name="connsiteY10" fmla="*/ 23405 h 43200"/>
              <a:gd name="connsiteX11" fmla="*/ 43174 w 43199"/>
              <a:gd name="connsiteY11" fmla="*/ 23405 h 43200"/>
              <a:gd name="connsiteX12" fmla="*/ 43199 w 43199"/>
              <a:gd name="connsiteY12" fmla="*/ 23405 h 43200"/>
              <a:gd name="connsiteX0" fmla="*/ 43199 w 43199"/>
              <a:gd name="connsiteY0" fmla="*/ 23405 h 43200"/>
              <a:gd name="connsiteX1" fmla="*/ 43199 w 43199"/>
              <a:gd name="connsiteY1" fmla="*/ 23405 h 43200"/>
              <a:gd name="connsiteX2" fmla="*/ 43199 w 43199"/>
              <a:gd name="connsiteY2" fmla="*/ 19794 h 43200"/>
              <a:gd name="connsiteX3" fmla="*/ 43199 w 43199"/>
              <a:gd name="connsiteY3" fmla="*/ 19794 h 43200"/>
              <a:gd name="connsiteX4" fmla="*/ 43174 w 43199"/>
              <a:gd name="connsiteY4" fmla="*/ 19794 h 43200"/>
              <a:gd name="connsiteX5" fmla="*/ 43174 w 43199"/>
              <a:gd name="connsiteY5" fmla="*/ 0 h 43200"/>
              <a:gd name="connsiteX6" fmla="*/ 0 w 43199"/>
              <a:gd name="connsiteY6" fmla="*/ 0 h 43200"/>
              <a:gd name="connsiteX7" fmla="*/ 0 w 43199"/>
              <a:gd name="connsiteY7" fmla="*/ 43200 h 43200"/>
              <a:gd name="connsiteX8" fmla="*/ 43174 w 43199"/>
              <a:gd name="connsiteY8" fmla="*/ 43200 h 43200"/>
              <a:gd name="connsiteX9" fmla="*/ 43174 w 43199"/>
              <a:gd name="connsiteY9" fmla="*/ 23405 h 43200"/>
              <a:gd name="connsiteX10" fmla="*/ 43174 w 43199"/>
              <a:gd name="connsiteY10" fmla="*/ 23405 h 43200"/>
              <a:gd name="connsiteX11" fmla="*/ 43199 w 43199"/>
              <a:gd name="connsiteY11" fmla="*/ 23405 h 43200"/>
              <a:gd name="connsiteX0" fmla="*/ 43174 w 43199"/>
              <a:gd name="connsiteY0" fmla="*/ 23405 h 43200"/>
              <a:gd name="connsiteX1" fmla="*/ 43199 w 43199"/>
              <a:gd name="connsiteY1" fmla="*/ 23405 h 43200"/>
              <a:gd name="connsiteX2" fmla="*/ 43199 w 43199"/>
              <a:gd name="connsiteY2" fmla="*/ 19794 h 43200"/>
              <a:gd name="connsiteX3" fmla="*/ 43199 w 43199"/>
              <a:gd name="connsiteY3" fmla="*/ 19794 h 43200"/>
              <a:gd name="connsiteX4" fmla="*/ 43174 w 43199"/>
              <a:gd name="connsiteY4" fmla="*/ 19794 h 43200"/>
              <a:gd name="connsiteX5" fmla="*/ 43174 w 43199"/>
              <a:gd name="connsiteY5" fmla="*/ 0 h 43200"/>
              <a:gd name="connsiteX6" fmla="*/ 0 w 43199"/>
              <a:gd name="connsiteY6" fmla="*/ 0 h 43200"/>
              <a:gd name="connsiteX7" fmla="*/ 0 w 43199"/>
              <a:gd name="connsiteY7" fmla="*/ 43200 h 43200"/>
              <a:gd name="connsiteX8" fmla="*/ 43174 w 43199"/>
              <a:gd name="connsiteY8" fmla="*/ 43200 h 43200"/>
              <a:gd name="connsiteX9" fmla="*/ 43174 w 43199"/>
              <a:gd name="connsiteY9" fmla="*/ 23405 h 43200"/>
              <a:gd name="connsiteX10" fmla="*/ 43174 w 43199"/>
              <a:gd name="connsiteY10" fmla="*/ 23405 h 43200"/>
              <a:gd name="connsiteX0" fmla="*/ 43174 w 43199"/>
              <a:gd name="connsiteY0" fmla="*/ 23405 h 43200"/>
              <a:gd name="connsiteX1" fmla="*/ 43199 w 43199"/>
              <a:gd name="connsiteY1" fmla="*/ 23405 h 43200"/>
              <a:gd name="connsiteX2" fmla="*/ 43199 w 43199"/>
              <a:gd name="connsiteY2" fmla="*/ 19794 h 43200"/>
              <a:gd name="connsiteX3" fmla="*/ 43199 w 43199"/>
              <a:gd name="connsiteY3" fmla="*/ 19794 h 43200"/>
              <a:gd name="connsiteX4" fmla="*/ 43174 w 43199"/>
              <a:gd name="connsiteY4" fmla="*/ 0 h 43200"/>
              <a:gd name="connsiteX5" fmla="*/ 0 w 43199"/>
              <a:gd name="connsiteY5" fmla="*/ 0 h 43200"/>
              <a:gd name="connsiteX6" fmla="*/ 0 w 43199"/>
              <a:gd name="connsiteY6" fmla="*/ 43200 h 43200"/>
              <a:gd name="connsiteX7" fmla="*/ 43174 w 43199"/>
              <a:gd name="connsiteY7" fmla="*/ 43200 h 43200"/>
              <a:gd name="connsiteX8" fmla="*/ 43174 w 43199"/>
              <a:gd name="connsiteY8" fmla="*/ 23405 h 43200"/>
              <a:gd name="connsiteX9" fmla="*/ 43174 w 43199"/>
              <a:gd name="connsiteY9" fmla="*/ 23405 h 43200"/>
              <a:gd name="connsiteX0" fmla="*/ 43174 w 43199"/>
              <a:gd name="connsiteY0" fmla="*/ 23405 h 43200"/>
              <a:gd name="connsiteX1" fmla="*/ 43199 w 43199"/>
              <a:gd name="connsiteY1" fmla="*/ 23405 h 43200"/>
              <a:gd name="connsiteX2" fmla="*/ 43199 w 43199"/>
              <a:gd name="connsiteY2" fmla="*/ 19794 h 43200"/>
              <a:gd name="connsiteX3" fmla="*/ 43199 w 43199"/>
              <a:gd name="connsiteY3" fmla="*/ 19794 h 43200"/>
              <a:gd name="connsiteX4" fmla="*/ 43174 w 43199"/>
              <a:gd name="connsiteY4" fmla="*/ 0 h 43200"/>
              <a:gd name="connsiteX5" fmla="*/ 0 w 43199"/>
              <a:gd name="connsiteY5" fmla="*/ 0 h 43200"/>
              <a:gd name="connsiteX6" fmla="*/ 0 w 43199"/>
              <a:gd name="connsiteY6" fmla="*/ 43200 h 43200"/>
              <a:gd name="connsiteX7" fmla="*/ 43174 w 43199"/>
              <a:gd name="connsiteY7" fmla="*/ 43200 h 43200"/>
              <a:gd name="connsiteX8" fmla="*/ 43174 w 43199"/>
              <a:gd name="connsiteY8" fmla="*/ 23405 h 43200"/>
              <a:gd name="connsiteX0" fmla="*/ 43174 w 43199"/>
              <a:gd name="connsiteY0" fmla="*/ 43200 h 43200"/>
              <a:gd name="connsiteX1" fmla="*/ 43199 w 43199"/>
              <a:gd name="connsiteY1" fmla="*/ 23405 h 43200"/>
              <a:gd name="connsiteX2" fmla="*/ 43199 w 43199"/>
              <a:gd name="connsiteY2" fmla="*/ 19794 h 43200"/>
              <a:gd name="connsiteX3" fmla="*/ 43199 w 43199"/>
              <a:gd name="connsiteY3" fmla="*/ 19794 h 43200"/>
              <a:gd name="connsiteX4" fmla="*/ 43174 w 43199"/>
              <a:gd name="connsiteY4" fmla="*/ 0 h 43200"/>
              <a:gd name="connsiteX5" fmla="*/ 0 w 43199"/>
              <a:gd name="connsiteY5" fmla="*/ 0 h 43200"/>
              <a:gd name="connsiteX6" fmla="*/ 0 w 43199"/>
              <a:gd name="connsiteY6" fmla="*/ 43200 h 43200"/>
              <a:gd name="connsiteX7" fmla="*/ 43174 w 43199"/>
              <a:gd name="connsiteY7" fmla="*/ 43200 h 43200"/>
              <a:gd name="connsiteX0" fmla="*/ 43174 w 43199"/>
              <a:gd name="connsiteY0" fmla="*/ 43200 h 43200"/>
              <a:gd name="connsiteX1" fmla="*/ 43199 w 43199"/>
              <a:gd name="connsiteY1" fmla="*/ 23405 h 43200"/>
              <a:gd name="connsiteX2" fmla="*/ 43199 w 43199"/>
              <a:gd name="connsiteY2" fmla="*/ 19794 h 43200"/>
              <a:gd name="connsiteX3" fmla="*/ 43174 w 43199"/>
              <a:gd name="connsiteY3" fmla="*/ 0 h 43200"/>
              <a:gd name="connsiteX4" fmla="*/ 0 w 43199"/>
              <a:gd name="connsiteY4" fmla="*/ 0 h 43200"/>
              <a:gd name="connsiteX5" fmla="*/ 0 w 43199"/>
              <a:gd name="connsiteY5" fmla="*/ 43200 h 43200"/>
              <a:gd name="connsiteX6" fmla="*/ 43174 w 43199"/>
              <a:gd name="connsiteY6" fmla="*/ 43200 h 43200"/>
              <a:gd name="connsiteX0" fmla="*/ 43174 w 46380"/>
              <a:gd name="connsiteY0" fmla="*/ 43200 h 43200"/>
              <a:gd name="connsiteX1" fmla="*/ 43199 w 46380"/>
              <a:gd name="connsiteY1" fmla="*/ 19794 h 43200"/>
              <a:gd name="connsiteX2" fmla="*/ 43174 w 46380"/>
              <a:gd name="connsiteY2" fmla="*/ 0 h 43200"/>
              <a:gd name="connsiteX3" fmla="*/ 0 w 46380"/>
              <a:gd name="connsiteY3" fmla="*/ 0 h 43200"/>
              <a:gd name="connsiteX4" fmla="*/ 0 w 46380"/>
              <a:gd name="connsiteY4" fmla="*/ 43200 h 43200"/>
              <a:gd name="connsiteX5" fmla="*/ 43174 w 46380"/>
              <a:gd name="connsiteY5" fmla="*/ 43200 h 43200"/>
              <a:gd name="connsiteX0" fmla="*/ 43174 w 43199"/>
              <a:gd name="connsiteY0" fmla="*/ 43200 h 43200"/>
              <a:gd name="connsiteX1" fmla="*/ 43199 w 43199"/>
              <a:gd name="connsiteY1" fmla="*/ 19794 h 43200"/>
              <a:gd name="connsiteX2" fmla="*/ 43174 w 43199"/>
              <a:gd name="connsiteY2" fmla="*/ 0 h 43200"/>
              <a:gd name="connsiteX3" fmla="*/ 0 w 43199"/>
              <a:gd name="connsiteY3" fmla="*/ 0 h 43200"/>
              <a:gd name="connsiteX4" fmla="*/ 0 w 43199"/>
              <a:gd name="connsiteY4" fmla="*/ 43200 h 43200"/>
              <a:gd name="connsiteX5" fmla="*/ 43174 w 43199"/>
              <a:gd name="connsiteY5" fmla="*/ 43200 h 43200"/>
              <a:gd name="connsiteX0" fmla="*/ 43174 w 43174"/>
              <a:gd name="connsiteY0" fmla="*/ 43200 h 43200"/>
              <a:gd name="connsiteX1" fmla="*/ 43174 w 43174"/>
              <a:gd name="connsiteY1" fmla="*/ 0 h 43200"/>
              <a:gd name="connsiteX2" fmla="*/ 0 w 43174"/>
              <a:gd name="connsiteY2" fmla="*/ 0 h 43200"/>
              <a:gd name="connsiteX3" fmla="*/ 0 w 43174"/>
              <a:gd name="connsiteY3" fmla="*/ 43200 h 43200"/>
              <a:gd name="connsiteX4" fmla="*/ 43174 w 43174"/>
              <a:gd name="connsiteY4" fmla="*/ 43200 h 43200"/>
              <a:gd name="connsiteX0" fmla="*/ 43174 w 43174"/>
              <a:gd name="connsiteY0" fmla="*/ 43200 h 43200"/>
              <a:gd name="connsiteX1" fmla="*/ 43174 w 43174"/>
              <a:gd name="connsiteY1" fmla="*/ 0 h 43200"/>
              <a:gd name="connsiteX2" fmla="*/ 0 w 43174"/>
              <a:gd name="connsiteY2" fmla="*/ 0 h 43200"/>
              <a:gd name="connsiteX3" fmla="*/ 0 w 43174"/>
              <a:gd name="connsiteY3" fmla="*/ 43200 h 43200"/>
              <a:gd name="connsiteX4" fmla="*/ 43174 w 43174"/>
              <a:gd name="connsiteY4" fmla="*/ 43200 h 4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74" h="43200" fill="norm" stroke="0" extrusionOk="0">
                <a:moveTo>
                  <a:pt x="43174" y="43200"/>
                </a:moveTo>
                <a:lnTo>
                  <a:pt x="43174" y="0"/>
                </a:lnTo>
                <a:lnTo>
                  <a:pt x="0" y="0"/>
                </a:lnTo>
                <a:lnTo>
                  <a:pt x="0" y="43200"/>
                </a:lnTo>
                <a:lnTo>
                  <a:pt x="43174" y="43200"/>
                </a:lnTo>
                <a:close/>
              </a:path>
            </a:pathLst>
          </a:custGeom>
          <a:solidFill>
            <a:schemeClr val="accent6">
              <a:lumMod val="20000"/>
              <a:lumOff val="80000"/>
            </a:schemeClr>
          </a:solidFill>
          <a:ln w="9524">
            <a:solidFill>
              <a:srgbClr val="000000"/>
            </a:solidFill>
            <a:round/>
            <a:headEnd/>
            <a:tailEnd/>
          </a:ln>
        </p:spPr>
      </p:sp>
      <p:sp>
        <p:nvSpPr>
          <p:cNvPr id="851551193" name="Shape 1103"/>
          <p:cNvSpPr>
            <a:spLocks noChangeArrowheads="1" noGrp="1"/>
          </p:cNvSpPr>
          <p:nvPr userDrawn="1"/>
        </p:nvSpPr>
        <p:spPr bwMode="auto">
          <a:xfrm>
            <a:off x="183165" y="101751"/>
            <a:ext cx="7789614" cy="5857890"/>
          </a:xfrm>
          <a:custGeom>
            <a:avLst/>
            <a:gdLst/>
            <a:ahLst/>
            <a:cxnLst/>
            <a:rect l="l" t="t" r="r" b="b"/>
            <a:pathLst>
              <a:path w="43200" h="43200" fill="norm" stroke="0" extrusionOk="0">
                <a:moveTo>
                  <a:pt x="43199" y="21599"/>
                </a:moveTo>
                <a:lnTo>
                  <a:pt x="43199" y="21599"/>
                </a:lnTo>
                <a:lnTo>
                  <a:pt x="43199" y="21599"/>
                </a:lnTo>
                <a:cubicBezTo>
                  <a:pt x="43199" y="21599"/>
                  <a:pt x="43199" y="21599"/>
                  <a:pt x="43199" y="21599"/>
                </a:cubicBezTo>
                <a:lnTo>
                  <a:pt x="43199" y="21599"/>
                </a:lnTo>
                <a:lnTo>
                  <a:pt x="43199" y="21599"/>
                </a:lnTo>
                <a:cubicBezTo>
                  <a:pt x="43199" y="33449"/>
                  <a:pt x="33448" y="43199"/>
                  <a:pt x="21600" y="43199"/>
                </a:cubicBezTo>
                <a:lnTo>
                  <a:pt x="21600" y="43199"/>
                </a:lnTo>
                <a:cubicBezTo>
                  <a:pt x="9749" y="43199"/>
                  <a:pt x="0" y="33449"/>
                  <a:pt x="0" y="21599"/>
                </a:cubicBezTo>
                <a:lnTo>
                  <a:pt x="0" y="21599"/>
                </a:lnTo>
                <a:cubicBezTo>
                  <a:pt x="0" y="9750"/>
                  <a:pt x="9749" y="0"/>
                  <a:pt x="21600" y="0"/>
                </a:cubicBezTo>
                <a:lnTo>
                  <a:pt x="21600" y="0"/>
                </a:lnTo>
                <a:cubicBezTo>
                  <a:pt x="33448" y="0"/>
                  <a:pt x="43199" y="9750"/>
                  <a:pt x="43199" y="21599"/>
                </a:cubicBezTo>
              </a:path>
            </a:pathLst>
          </a:custGeom>
          <a:solidFill>
            <a:srgbClr val="FFFFFF">
              <a:alpha val="1568"/>
            </a:srgbClr>
          </a:solidFill>
          <a:ln w="9524">
            <a:solidFill>
              <a:srgbClr val="000000"/>
            </a:solidFill>
            <a:round/>
            <a:headEnd/>
            <a:tailEnd/>
          </a:ln>
        </p:spPr>
      </p:sp>
      <p:sp>
        <p:nvSpPr>
          <p:cNvPr id="574581597" name="Shape 1104"/>
          <p:cNvSpPr>
            <a:spLocks noChangeArrowheads="1" noGrp="1"/>
          </p:cNvSpPr>
          <p:nvPr userDrawn="1"/>
        </p:nvSpPr>
        <p:spPr bwMode="auto">
          <a:xfrm>
            <a:off x="244971" y="130323"/>
            <a:ext cx="7610403" cy="5723438"/>
          </a:xfrm>
          <a:custGeom>
            <a:avLst/>
            <a:gdLst/>
            <a:ahLst/>
            <a:cxnLst/>
            <a:rect l="l" t="t" r="r" b="b"/>
            <a:pathLst>
              <a:path w="43200" h="43200" fill="norm" stroke="0" extrusionOk="0">
                <a:moveTo>
                  <a:pt x="43200" y="21600"/>
                </a:moveTo>
                <a:lnTo>
                  <a:pt x="43200" y="21600"/>
                </a:lnTo>
                <a:lnTo>
                  <a:pt x="43200" y="21600"/>
                </a:lnTo>
                <a:cubicBezTo>
                  <a:pt x="43200" y="21600"/>
                  <a:pt x="43200" y="21600"/>
                  <a:pt x="43200" y="21600"/>
                </a:cubicBezTo>
                <a:lnTo>
                  <a:pt x="43200" y="21600"/>
                </a:lnTo>
                <a:lnTo>
                  <a:pt x="43200" y="21600"/>
                </a:lnTo>
                <a:cubicBezTo>
                  <a:pt x="43200" y="33449"/>
                  <a:pt x="33450" y="43200"/>
                  <a:pt x="21600" y="43200"/>
                </a:cubicBezTo>
                <a:lnTo>
                  <a:pt x="21600" y="43200"/>
                </a:lnTo>
                <a:cubicBezTo>
                  <a:pt x="9749" y="43200"/>
                  <a:pt x="0" y="33449"/>
                  <a:pt x="0" y="21600"/>
                </a:cubicBezTo>
                <a:lnTo>
                  <a:pt x="0" y="21600"/>
                </a:lnTo>
                <a:cubicBezTo>
                  <a:pt x="0" y="9751"/>
                  <a:pt x="9749" y="0"/>
                  <a:pt x="21600" y="0"/>
                </a:cubicBezTo>
                <a:lnTo>
                  <a:pt x="21600" y="0"/>
                </a:lnTo>
                <a:cubicBezTo>
                  <a:pt x="33450" y="0"/>
                  <a:pt x="43200" y="9750"/>
                  <a:pt x="43200" y="21600"/>
                </a:cubicBezTo>
              </a:path>
            </a:pathLst>
          </a:custGeom>
          <a:solidFill>
            <a:srgbClr val="FFFFFF">
              <a:alpha val="3137"/>
            </a:srgbClr>
          </a:solidFill>
          <a:ln w="9524">
            <a:solidFill>
              <a:srgbClr val="000000"/>
            </a:solidFill>
            <a:round/>
            <a:headEnd/>
            <a:tailEnd/>
          </a:ln>
        </p:spPr>
      </p:sp>
      <p:sp>
        <p:nvSpPr>
          <p:cNvPr id="963931224" name="Shape 1105"/>
          <p:cNvSpPr>
            <a:spLocks noChangeArrowheads="1" noGrp="1"/>
          </p:cNvSpPr>
          <p:nvPr userDrawn="1"/>
        </p:nvSpPr>
        <p:spPr bwMode="auto">
          <a:xfrm>
            <a:off x="306493" y="159054"/>
            <a:ext cx="7431757" cy="5588830"/>
          </a:xfrm>
          <a:custGeom>
            <a:avLst/>
            <a:gdLst/>
            <a:ahLst/>
            <a:cxnLst/>
            <a:rect l="l" t="t" r="r" b="b"/>
            <a:pathLst>
              <a:path w="43200" h="43200" fill="norm" stroke="0" extrusionOk="0">
                <a:moveTo>
                  <a:pt x="43200" y="21599"/>
                </a:moveTo>
                <a:lnTo>
                  <a:pt x="43200" y="21599"/>
                </a:lnTo>
                <a:lnTo>
                  <a:pt x="43200" y="21599"/>
                </a:lnTo>
                <a:cubicBezTo>
                  <a:pt x="43200" y="21599"/>
                  <a:pt x="43200" y="21599"/>
                  <a:pt x="43200" y="21599"/>
                </a:cubicBezTo>
                <a:lnTo>
                  <a:pt x="43200" y="21599"/>
                </a:lnTo>
                <a:lnTo>
                  <a:pt x="43200" y="21599"/>
                </a:lnTo>
                <a:cubicBezTo>
                  <a:pt x="43200" y="33450"/>
                  <a:pt x="33448" y="43200"/>
                  <a:pt x="21599" y="43200"/>
                </a:cubicBezTo>
                <a:lnTo>
                  <a:pt x="21599" y="43200"/>
                </a:lnTo>
                <a:cubicBezTo>
                  <a:pt x="9749" y="43200"/>
                  <a:pt x="0" y="33450"/>
                  <a:pt x="0" y="21599"/>
                </a:cubicBezTo>
                <a:lnTo>
                  <a:pt x="0" y="21599"/>
                </a:lnTo>
                <a:cubicBezTo>
                  <a:pt x="0" y="9750"/>
                  <a:pt x="9749" y="0"/>
                  <a:pt x="21599" y="0"/>
                </a:cubicBezTo>
                <a:lnTo>
                  <a:pt x="21599" y="0"/>
                </a:lnTo>
                <a:cubicBezTo>
                  <a:pt x="33448" y="0"/>
                  <a:pt x="43200" y="9750"/>
                  <a:pt x="43200" y="21599"/>
                </a:cubicBezTo>
              </a:path>
            </a:pathLst>
          </a:custGeom>
          <a:solidFill>
            <a:srgbClr val="FFFFFF">
              <a:alpha val="4705"/>
            </a:srgbClr>
          </a:solidFill>
          <a:ln w="9524">
            <a:solidFill>
              <a:srgbClr val="000000"/>
            </a:solidFill>
            <a:round/>
            <a:headEnd/>
            <a:tailEnd/>
          </a:ln>
        </p:spPr>
      </p:sp>
      <p:sp>
        <p:nvSpPr>
          <p:cNvPr id="2075475933" name="Shape 1106"/>
          <p:cNvSpPr>
            <a:spLocks noChangeArrowheads="1" noGrp="1"/>
          </p:cNvSpPr>
          <p:nvPr userDrawn="1"/>
        </p:nvSpPr>
        <p:spPr bwMode="auto">
          <a:xfrm>
            <a:off x="368021" y="187787"/>
            <a:ext cx="7252827" cy="5454378"/>
          </a:xfrm>
          <a:custGeom>
            <a:avLst/>
            <a:gdLst/>
            <a:ahLst/>
            <a:cxnLst/>
            <a:rect l="l" t="t" r="r" b="b"/>
            <a:pathLst>
              <a:path w="43200" h="43200" fill="norm" stroke="0" extrusionOk="0">
                <a:moveTo>
                  <a:pt x="43200" y="21599"/>
                </a:moveTo>
                <a:lnTo>
                  <a:pt x="43200" y="21599"/>
                </a:lnTo>
                <a:lnTo>
                  <a:pt x="43200" y="21599"/>
                </a:lnTo>
                <a:cubicBezTo>
                  <a:pt x="43200" y="21599"/>
                  <a:pt x="43200" y="21599"/>
                  <a:pt x="43200" y="21599"/>
                </a:cubicBezTo>
                <a:lnTo>
                  <a:pt x="43200" y="21599"/>
                </a:lnTo>
                <a:lnTo>
                  <a:pt x="43200" y="21599"/>
                </a:lnTo>
                <a:cubicBezTo>
                  <a:pt x="43200" y="33447"/>
                  <a:pt x="33450" y="43200"/>
                  <a:pt x="21600" y="43200"/>
                </a:cubicBezTo>
                <a:lnTo>
                  <a:pt x="21600" y="43200"/>
                </a:lnTo>
                <a:cubicBezTo>
                  <a:pt x="9750" y="43200"/>
                  <a:pt x="0" y="33447"/>
                  <a:pt x="0" y="21599"/>
                </a:cubicBezTo>
                <a:lnTo>
                  <a:pt x="0" y="21599"/>
                </a:lnTo>
                <a:cubicBezTo>
                  <a:pt x="0" y="9749"/>
                  <a:pt x="9750" y="0"/>
                  <a:pt x="21600" y="0"/>
                </a:cubicBezTo>
                <a:lnTo>
                  <a:pt x="21600" y="0"/>
                </a:lnTo>
                <a:cubicBezTo>
                  <a:pt x="33450" y="0"/>
                  <a:pt x="43200" y="9749"/>
                  <a:pt x="43200" y="21599"/>
                </a:cubicBezTo>
              </a:path>
            </a:pathLst>
          </a:custGeom>
          <a:solidFill>
            <a:srgbClr val="FFFFFF">
              <a:alpha val="6274"/>
            </a:srgbClr>
          </a:solidFill>
          <a:ln w="9524">
            <a:solidFill>
              <a:srgbClr val="000000"/>
            </a:solidFill>
            <a:round/>
            <a:headEnd/>
            <a:tailEnd/>
          </a:ln>
        </p:spPr>
      </p:sp>
      <p:sp>
        <p:nvSpPr>
          <p:cNvPr id="1338333279" name="Shape 1107"/>
          <p:cNvSpPr>
            <a:spLocks noChangeArrowheads="1" noGrp="1"/>
          </p:cNvSpPr>
          <p:nvPr userDrawn="1"/>
        </p:nvSpPr>
        <p:spPr bwMode="auto">
          <a:xfrm>
            <a:off x="429541" y="216360"/>
            <a:ext cx="7074181" cy="5319929"/>
          </a:xfrm>
          <a:custGeom>
            <a:avLst/>
            <a:gdLst/>
            <a:ahLst/>
            <a:cxnLst/>
            <a:rect l="l" t="t" r="r" b="b"/>
            <a:pathLst>
              <a:path w="43200" h="43200" fill="norm" stroke="0" extrusionOk="0">
                <a:moveTo>
                  <a:pt x="43200" y="21599"/>
                </a:moveTo>
                <a:lnTo>
                  <a:pt x="43200" y="21599"/>
                </a:lnTo>
                <a:lnTo>
                  <a:pt x="43200" y="21599"/>
                </a:lnTo>
                <a:cubicBezTo>
                  <a:pt x="43200" y="21599"/>
                  <a:pt x="43200" y="21599"/>
                  <a:pt x="43200" y="21599"/>
                </a:cubicBezTo>
                <a:lnTo>
                  <a:pt x="43200" y="21599"/>
                </a:lnTo>
                <a:lnTo>
                  <a:pt x="43200" y="21599"/>
                </a:lnTo>
                <a:cubicBezTo>
                  <a:pt x="43200" y="33448"/>
                  <a:pt x="33448" y="43200"/>
                  <a:pt x="21600" y="43200"/>
                </a:cubicBezTo>
                <a:lnTo>
                  <a:pt x="21600" y="43200"/>
                </a:lnTo>
                <a:cubicBezTo>
                  <a:pt x="9751" y="43200"/>
                  <a:pt x="0" y="33448"/>
                  <a:pt x="0" y="21599"/>
                </a:cubicBezTo>
                <a:lnTo>
                  <a:pt x="0" y="21599"/>
                </a:lnTo>
                <a:cubicBezTo>
                  <a:pt x="0" y="9751"/>
                  <a:pt x="9751" y="0"/>
                  <a:pt x="21600" y="0"/>
                </a:cubicBezTo>
                <a:lnTo>
                  <a:pt x="21600" y="0"/>
                </a:lnTo>
                <a:cubicBezTo>
                  <a:pt x="33448" y="0"/>
                  <a:pt x="43200" y="9751"/>
                  <a:pt x="43200" y="21599"/>
                </a:cubicBezTo>
              </a:path>
            </a:pathLst>
          </a:custGeom>
          <a:solidFill>
            <a:srgbClr val="FFFFFF">
              <a:alpha val="7843"/>
            </a:srgbClr>
          </a:solidFill>
          <a:ln w="9524">
            <a:solidFill>
              <a:srgbClr val="000000"/>
            </a:solidFill>
            <a:round/>
            <a:headEnd/>
            <a:tailEnd/>
          </a:ln>
        </p:spPr>
      </p:sp>
      <p:sp>
        <p:nvSpPr>
          <p:cNvPr id="308013332" name="Shape 1108"/>
          <p:cNvSpPr>
            <a:spLocks noChangeArrowheads="1" noGrp="1"/>
          </p:cNvSpPr>
          <p:nvPr userDrawn="1"/>
        </p:nvSpPr>
        <p:spPr bwMode="auto">
          <a:xfrm>
            <a:off x="491347" y="245090"/>
            <a:ext cx="6894970" cy="5185318"/>
          </a:xfrm>
          <a:custGeom>
            <a:avLst/>
            <a:gdLst/>
            <a:ahLst/>
            <a:cxnLst/>
            <a:rect l="l" t="t" r="r" b="b"/>
            <a:pathLst>
              <a:path w="43200" h="43200" fill="norm" stroke="0" extrusionOk="0">
                <a:moveTo>
                  <a:pt x="43200" y="21600"/>
                </a:moveTo>
                <a:lnTo>
                  <a:pt x="43200" y="21600"/>
                </a:lnTo>
                <a:lnTo>
                  <a:pt x="43200" y="21600"/>
                </a:lnTo>
                <a:cubicBezTo>
                  <a:pt x="43200" y="21600"/>
                  <a:pt x="43200" y="21600"/>
                  <a:pt x="43200" y="21600"/>
                </a:cubicBezTo>
                <a:lnTo>
                  <a:pt x="43200" y="21600"/>
                </a:lnTo>
                <a:lnTo>
                  <a:pt x="43200" y="21600"/>
                </a:lnTo>
                <a:cubicBezTo>
                  <a:pt x="43200" y="33449"/>
                  <a:pt x="33449" y="43200"/>
                  <a:pt x="21599" y="43200"/>
                </a:cubicBezTo>
                <a:lnTo>
                  <a:pt x="21599" y="43200"/>
                </a:lnTo>
                <a:cubicBezTo>
                  <a:pt x="9750" y="43200"/>
                  <a:pt x="0" y="33449"/>
                  <a:pt x="0" y="21600"/>
                </a:cubicBezTo>
                <a:lnTo>
                  <a:pt x="0" y="21600"/>
                </a:lnTo>
                <a:cubicBezTo>
                  <a:pt x="0" y="9750"/>
                  <a:pt x="9750" y="0"/>
                  <a:pt x="21599" y="0"/>
                </a:cubicBezTo>
                <a:lnTo>
                  <a:pt x="21599" y="0"/>
                </a:lnTo>
                <a:cubicBezTo>
                  <a:pt x="33449" y="0"/>
                  <a:pt x="43200" y="9750"/>
                  <a:pt x="43200" y="21600"/>
                </a:cubicBezTo>
              </a:path>
            </a:pathLst>
          </a:custGeom>
          <a:solidFill>
            <a:srgbClr val="FFFFFF">
              <a:alpha val="9411"/>
            </a:srgbClr>
          </a:solidFill>
          <a:ln w="9524">
            <a:solidFill>
              <a:srgbClr val="000000"/>
            </a:solidFill>
            <a:round/>
            <a:headEnd/>
            <a:tailEnd/>
          </a:ln>
        </p:spPr>
      </p:sp>
      <p:sp>
        <p:nvSpPr>
          <p:cNvPr id="880693890" name="Shape 1109"/>
          <p:cNvSpPr>
            <a:spLocks noChangeArrowheads="1" noGrp="1"/>
          </p:cNvSpPr>
          <p:nvPr userDrawn="1"/>
        </p:nvSpPr>
        <p:spPr bwMode="auto">
          <a:xfrm>
            <a:off x="552877" y="273821"/>
            <a:ext cx="6716041" cy="5050710"/>
          </a:xfrm>
          <a:custGeom>
            <a:avLst/>
            <a:gdLst/>
            <a:ahLst/>
            <a:cxnLst/>
            <a:rect l="l" t="t" r="r" b="b"/>
            <a:pathLst>
              <a:path w="43200" h="43200" fill="norm" stroke="0" extrusionOk="0">
                <a:moveTo>
                  <a:pt x="43200" y="21600"/>
                </a:moveTo>
                <a:lnTo>
                  <a:pt x="43200" y="21600"/>
                </a:lnTo>
                <a:lnTo>
                  <a:pt x="43200" y="21600"/>
                </a:lnTo>
                <a:cubicBezTo>
                  <a:pt x="43200" y="21600"/>
                  <a:pt x="43200" y="21600"/>
                  <a:pt x="43200" y="21600"/>
                </a:cubicBezTo>
                <a:lnTo>
                  <a:pt x="43200" y="21600"/>
                </a:lnTo>
                <a:lnTo>
                  <a:pt x="43200" y="21600"/>
                </a:lnTo>
                <a:cubicBezTo>
                  <a:pt x="43200" y="33448"/>
                  <a:pt x="33449" y="43199"/>
                  <a:pt x="21600" y="43199"/>
                </a:cubicBezTo>
                <a:lnTo>
                  <a:pt x="21600" y="43199"/>
                </a:lnTo>
                <a:cubicBezTo>
                  <a:pt x="9750" y="43199"/>
                  <a:pt x="0" y="33448"/>
                  <a:pt x="0" y="21600"/>
                </a:cubicBezTo>
                <a:lnTo>
                  <a:pt x="0" y="21600"/>
                </a:lnTo>
                <a:cubicBezTo>
                  <a:pt x="0" y="9748"/>
                  <a:pt x="9750" y="0"/>
                  <a:pt x="21600" y="0"/>
                </a:cubicBezTo>
                <a:lnTo>
                  <a:pt x="21600" y="0"/>
                </a:lnTo>
                <a:cubicBezTo>
                  <a:pt x="33449" y="0"/>
                  <a:pt x="43200" y="9748"/>
                  <a:pt x="43200" y="21600"/>
                </a:cubicBezTo>
              </a:path>
            </a:pathLst>
          </a:custGeom>
          <a:solidFill>
            <a:srgbClr val="FFFFFF">
              <a:alpha val="10980"/>
            </a:srgbClr>
          </a:solidFill>
          <a:ln w="9524">
            <a:solidFill>
              <a:srgbClr val="000000"/>
            </a:solidFill>
            <a:round/>
            <a:headEnd/>
            <a:tailEnd/>
          </a:ln>
        </p:spPr>
      </p:sp>
      <p:sp>
        <p:nvSpPr>
          <p:cNvPr id="1393668069" name="Shape 1110"/>
          <p:cNvSpPr>
            <a:spLocks noChangeArrowheads="1" noGrp="1"/>
          </p:cNvSpPr>
          <p:nvPr userDrawn="1"/>
        </p:nvSpPr>
        <p:spPr bwMode="auto">
          <a:xfrm>
            <a:off x="614397" y="302395"/>
            <a:ext cx="6537394" cy="4916258"/>
          </a:xfrm>
          <a:custGeom>
            <a:avLst/>
            <a:gdLst/>
            <a:ahLst/>
            <a:cxnLst/>
            <a:rect l="l" t="t" r="r" b="b"/>
            <a:pathLst>
              <a:path w="43200" h="43200" fill="norm" stroke="0" extrusionOk="0">
                <a:moveTo>
                  <a:pt x="43199" y="21600"/>
                </a:moveTo>
                <a:lnTo>
                  <a:pt x="43199" y="21600"/>
                </a:lnTo>
                <a:lnTo>
                  <a:pt x="43199" y="21600"/>
                </a:lnTo>
                <a:cubicBezTo>
                  <a:pt x="43199" y="21600"/>
                  <a:pt x="43199" y="21600"/>
                  <a:pt x="43199" y="21600"/>
                </a:cubicBezTo>
                <a:lnTo>
                  <a:pt x="43199" y="21600"/>
                </a:lnTo>
                <a:lnTo>
                  <a:pt x="43199" y="21600"/>
                </a:lnTo>
                <a:cubicBezTo>
                  <a:pt x="43199" y="33449"/>
                  <a:pt x="33449" y="43200"/>
                  <a:pt x="21600" y="43200"/>
                </a:cubicBezTo>
                <a:lnTo>
                  <a:pt x="21600" y="43200"/>
                </a:lnTo>
                <a:cubicBezTo>
                  <a:pt x="9750" y="43200"/>
                  <a:pt x="0" y="33449"/>
                  <a:pt x="0" y="21600"/>
                </a:cubicBezTo>
                <a:lnTo>
                  <a:pt x="0" y="21600"/>
                </a:lnTo>
                <a:cubicBezTo>
                  <a:pt x="0" y="9751"/>
                  <a:pt x="9750" y="0"/>
                  <a:pt x="21600" y="0"/>
                </a:cubicBezTo>
                <a:lnTo>
                  <a:pt x="21600" y="0"/>
                </a:lnTo>
                <a:cubicBezTo>
                  <a:pt x="33449" y="0"/>
                  <a:pt x="43199" y="9751"/>
                  <a:pt x="43199" y="21600"/>
                </a:cubicBezTo>
              </a:path>
            </a:pathLst>
          </a:custGeom>
          <a:solidFill>
            <a:srgbClr val="FFFFFF">
              <a:alpha val="12549"/>
            </a:srgbClr>
          </a:solidFill>
          <a:ln w="9524">
            <a:solidFill>
              <a:srgbClr val="000000"/>
            </a:solidFill>
            <a:round/>
            <a:headEnd/>
            <a:tailEnd/>
          </a:ln>
        </p:spPr>
      </p:sp>
      <p:sp>
        <p:nvSpPr>
          <p:cNvPr id="1010051191" name="Shape 1111"/>
          <p:cNvSpPr>
            <a:spLocks noChangeArrowheads="1" noGrp="1"/>
          </p:cNvSpPr>
          <p:nvPr userDrawn="1"/>
        </p:nvSpPr>
        <p:spPr bwMode="auto">
          <a:xfrm>
            <a:off x="676203" y="331128"/>
            <a:ext cx="6358183" cy="4781650"/>
          </a:xfrm>
          <a:custGeom>
            <a:avLst/>
            <a:gdLst/>
            <a:ahLst/>
            <a:cxnLst/>
            <a:rect l="l" t="t" r="r" b="b"/>
            <a:pathLst>
              <a:path w="43200" h="43200" fill="norm" stroke="0" extrusionOk="0">
                <a:moveTo>
                  <a:pt x="43199" y="21600"/>
                </a:moveTo>
                <a:lnTo>
                  <a:pt x="43199" y="21600"/>
                </a:lnTo>
                <a:lnTo>
                  <a:pt x="43199" y="21600"/>
                </a:lnTo>
                <a:cubicBezTo>
                  <a:pt x="43199" y="21600"/>
                  <a:pt x="43199" y="21600"/>
                  <a:pt x="43199" y="21600"/>
                </a:cubicBezTo>
                <a:lnTo>
                  <a:pt x="43199" y="21600"/>
                </a:lnTo>
                <a:lnTo>
                  <a:pt x="43199" y="21600"/>
                </a:lnTo>
                <a:cubicBezTo>
                  <a:pt x="43199" y="33449"/>
                  <a:pt x="33449" y="43199"/>
                  <a:pt x="21598" y="43199"/>
                </a:cubicBezTo>
                <a:lnTo>
                  <a:pt x="21598" y="43199"/>
                </a:lnTo>
                <a:cubicBezTo>
                  <a:pt x="9750" y="43199"/>
                  <a:pt x="0" y="33449"/>
                  <a:pt x="0" y="21600"/>
                </a:cubicBezTo>
                <a:lnTo>
                  <a:pt x="0" y="21600"/>
                </a:lnTo>
                <a:cubicBezTo>
                  <a:pt x="0" y="9750"/>
                  <a:pt x="9750" y="0"/>
                  <a:pt x="21598" y="0"/>
                </a:cubicBezTo>
                <a:lnTo>
                  <a:pt x="21598" y="0"/>
                </a:lnTo>
                <a:cubicBezTo>
                  <a:pt x="33449" y="0"/>
                  <a:pt x="43199" y="9750"/>
                  <a:pt x="43199" y="21600"/>
                </a:cubicBezTo>
              </a:path>
            </a:pathLst>
          </a:custGeom>
          <a:solidFill>
            <a:srgbClr val="FFFFFF">
              <a:alpha val="14117"/>
            </a:srgbClr>
          </a:solidFill>
          <a:ln w="9524">
            <a:solidFill>
              <a:srgbClr val="000000"/>
            </a:solidFill>
            <a:round/>
            <a:headEnd/>
            <a:tailEnd/>
          </a:ln>
        </p:spPr>
      </p:sp>
      <p:sp>
        <p:nvSpPr>
          <p:cNvPr id="724216057" name="Shape 1112"/>
          <p:cNvSpPr>
            <a:spLocks noChangeArrowheads="1" noGrp="1"/>
          </p:cNvSpPr>
          <p:nvPr userDrawn="1"/>
        </p:nvSpPr>
        <p:spPr bwMode="auto">
          <a:xfrm>
            <a:off x="737731" y="359857"/>
            <a:ext cx="6179254" cy="4647039"/>
          </a:xfrm>
          <a:custGeom>
            <a:avLst/>
            <a:gdLst/>
            <a:ahLst/>
            <a:cxnLst/>
            <a:rect l="l" t="t" r="r" b="b"/>
            <a:pathLst>
              <a:path w="43200" h="43200" fill="norm" stroke="0" extrusionOk="0">
                <a:moveTo>
                  <a:pt x="43200" y="21600"/>
                </a:moveTo>
                <a:lnTo>
                  <a:pt x="43200" y="21600"/>
                </a:lnTo>
                <a:lnTo>
                  <a:pt x="43200" y="21600"/>
                </a:lnTo>
                <a:cubicBezTo>
                  <a:pt x="43200" y="21600"/>
                  <a:pt x="43200" y="21600"/>
                  <a:pt x="43200" y="21600"/>
                </a:cubicBezTo>
                <a:lnTo>
                  <a:pt x="43200" y="21600"/>
                </a:lnTo>
                <a:lnTo>
                  <a:pt x="43200" y="21600"/>
                </a:lnTo>
                <a:cubicBezTo>
                  <a:pt x="43200" y="33449"/>
                  <a:pt x="33448" y="43199"/>
                  <a:pt x="21599" y="43199"/>
                </a:cubicBezTo>
                <a:lnTo>
                  <a:pt x="21599" y="43199"/>
                </a:lnTo>
                <a:cubicBezTo>
                  <a:pt x="9750" y="43199"/>
                  <a:pt x="0" y="33449"/>
                  <a:pt x="0" y="21600"/>
                </a:cubicBezTo>
                <a:lnTo>
                  <a:pt x="0" y="21600"/>
                </a:lnTo>
                <a:cubicBezTo>
                  <a:pt x="0" y="9751"/>
                  <a:pt x="9750" y="0"/>
                  <a:pt x="21599" y="0"/>
                </a:cubicBezTo>
                <a:lnTo>
                  <a:pt x="21599" y="0"/>
                </a:lnTo>
                <a:cubicBezTo>
                  <a:pt x="33448" y="0"/>
                  <a:pt x="43200" y="9751"/>
                  <a:pt x="43200" y="21599"/>
                </a:cubicBezTo>
              </a:path>
            </a:pathLst>
          </a:custGeom>
          <a:solidFill>
            <a:srgbClr val="FFFFFF">
              <a:alpha val="15686"/>
            </a:srgbClr>
          </a:solidFill>
          <a:ln w="9524">
            <a:solidFill>
              <a:srgbClr val="000000"/>
            </a:solidFill>
            <a:round/>
            <a:headEnd/>
            <a:tailEnd/>
          </a:ln>
        </p:spPr>
      </p:sp>
      <p:sp>
        <p:nvSpPr>
          <p:cNvPr id="567803853" name="Shape 1113"/>
          <p:cNvSpPr>
            <a:spLocks noChangeArrowheads="1" noGrp="1"/>
          </p:cNvSpPr>
          <p:nvPr userDrawn="1"/>
        </p:nvSpPr>
        <p:spPr bwMode="auto">
          <a:xfrm>
            <a:off x="799253" y="388590"/>
            <a:ext cx="6000607" cy="4512430"/>
          </a:xfrm>
          <a:custGeom>
            <a:avLst/>
            <a:gdLst/>
            <a:ahLst/>
            <a:cxnLst/>
            <a:rect l="l" t="t" r="r" b="b"/>
            <a:pathLst>
              <a:path w="43200" h="43200" fill="norm" stroke="0" extrusionOk="0">
                <a:moveTo>
                  <a:pt x="43200" y="21599"/>
                </a:moveTo>
                <a:lnTo>
                  <a:pt x="43200" y="21599"/>
                </a:lnTo>
                <a:lnTo>
                  <a:pt x="43200" y="21599"/>
                </a:lnTo>
                <a:cubicBezTo>
                  <a:pt x="43200" y="21599"/>
                  <a:pt x="43200" y="21599"/>
                  <a:pt x="43200" y="21599"/>
                </a:cubicBezTo>
                <a:lnTo>
                  <a:pt x="43200" y="21599"/>
                </a:lnTo>
                <a:lnTo>
                  <a:pt x="43200" y="21599"/>
                </a:lnTo>
                <a:cubicBezTo>
                  <a:pt x="43200" y="33449"/>
                  <a:pt x="33449" y="43200"/>
                  <a:pt x="21600" y="43200"/>
                </a:cubicBezTo>
                <a:lnTo>
                  <a:pt x="21600" y="43200"/>
                </a:lnTo>
                <a:cubicBezTo>
                  <a:pt x="9750" y="43200"/>
                  <a:pt x="0" y="33449"/>
                  <a:pt x="0" y="21599"/>
                </a:cubicBezTo>
                <a:lnTo>
                  <a:pt x="0" y="21599"/>
                </a:lnTo>
                <a:cubicBezTo>
                  <a:pt x="0" y="9749"/>
                  <a:pt x="9750" y="0"/>
                  <a:pt x="21600" y="0"/>
                </a:cubicBezTo>
                <a:lnTo>
                  <a:pt x="21600" y="0"/>
                </a:lnTo>
                <a:cubicBezTo>
                  <a:pt x="33449" y="0"/>
                  <a:pt x="43200" y="9749"/>
                  <a:pt x="43200" y="21599"/>
                </a:cubicBezTo>
              </a:path>
            </a:pathLst>
          </a:custGeom>
          <a:solidFill>
            <a:srgbClr val="FFFFFF">
              <a:alpha val="17647"/>
            </a:srgbClr>
          </a:solidFill>
          <a:ln w="9524">
            <a:solidFill>
              <a:srgbClr val="000000"/>
            </a:solidFill>
            <a:round/>
            <a:headEnd/>
            <a:tailEnd/>
          </a:ln>
        </p:spPr>
      </p:sp>
      <p:sp>
        <p:nvSpPr>
          <p:cNvPr id="1924368979" name="Shape 1114"/>
          <p:cNvSpPr>
            <a:spLocks noChangeArrowheads="1" noGrp="1"/>
          </p:cNvSpPr>
          <p:nvPr userDrawn="1"/>
        </p:nvSpPr>
        <p:spPr bwMode="auto">
          <a:xfrm>
            <a:off x="860777" y="417163"/>
            <a:ext cx="5821679" cy="4377979"/>
          </a:xfrm>
          <a:custGeom>
            <a:avLst/>
            <a:gdLst/>
            <a:ahLst/>
            <a:cxnLst/>
            <a:rect l="l" t="t" r="r" b="b"/>
            <a:pathLst>
              <a:path w="43200" h="43200" fill="norm" stroke="0" extrusionOk="0">
                <a:moveTo>
                  <a:pt x="43200" y="21600"/>
                </a:moveTo>
                <a:lnTo>
                  <a:pt x="43200" y="21600"/>
                </a:lnTo>
                <a:lnTo>
                  <a:pt x="43200" y="21600"/>
                </a:lnTo>
                <a:cubicBezTo>
                  <a:pt x="43200" y="21600"/>
                  <a:pt x="43200" y="21600"/>
                  <a:pt x="43200" y="21600"/>
                </a:cubicBezTo>
                <a:lnTo>
                  <a:pt x="43200" y="21600"/>
                </a:lnTo>
                <a:lnTo>
                  <a:pt x="43200" y="21600"/>
                </a:lnTo>
                <a:cubicBezTo>
                  <a:pt x="43200" y="33449"/>
                  <a:pt x="33449" y="43200"/>
                  <a:pt x="21599" y="43200"/>
                </a:cubicBezTo>
                <a:lnTo>
                  <a:pt x="21599" y="43200"/>
                </a:lnTo>
                <a:cubicBezTo>
                  <a:pt x="9750" y="43200"/>
                  <a:pt x="0" y="33449"/>
                  <a:pt x="0" y="21600"/>
                </a:cubicBezTo>
                <a:lnTo>
                  <a:pt x="0" y="21600"/>
                </a:lnTo>
                <a:cubicBezTo>
                  <a:pt x="0" y="9750"/>
                  <a:pt x="9750" y="0"/>
                  <a:pt x="21599" y="0"/>
                </a:cubicBezTo>
                <a:lnTo>
                  <a:pt x="21599" y="0"/>
                </a:lnTo>
                <a:cubicBezTo>
                  <a:pt x="33449" y="0"/>
                  <a:pt x="43200" y="9750"/>
                  <a:pt x="43200" y="21600"/>
                </a:cubicBezTo>
              </a:path>
            </a:pathLst>
          </a:custGeom>
          <a:solidFill>
            <a:srgbClr val="FFFFFF">
              <a:alpha val="19215"/>
            </a:srgbClr>
          </a:solidFill>
          <a:ln w="9524">
            <a:solidFill>
              <a:srgbClr val="000000"/>
            </a:solidFill>
            <a:round/>
            <a:headEnd/>
            <a:tailEnd/>
          </a:ln>
        </p:spPr>
      </p:sp>
      <p:sp>
        <p:nvSpPr>
          <p:cNvPr id="2081552542" name="Shape 1115"/>
          <p:cNvSpPr>
            <a:spLocks noChangeArrowheads="1" noGrp="1"/>
          </p:cNvSpPr>
          <p:nvPr userDrawn="1"/>
        </p:nvSpPr>
        <p:spPr bwMode="auto">
          <a:xfrm>
            <a:off x="922587" y="445894"/>
            <a:ext cx="5642750" cy="4243529"/>
          </a:xfrm>
          <a:custGeom>
            <a:avLst/>
            <a:gdLst/>
            <a:ahLst/>
            <a:cxnLst/>
            <a:rect l="l" t="t" r="r" b="b"/>
            <a:pathLst>
              <a:path w="43200" h="43200" fill="norm" stroke="0" extrusionOk="0">
                <a:moveTo>
                  <a:pt x="43200" y="21599"/>
                </a:moveTo>
                <a:lnTo>
                  <a:pt x="43200" y="21599"/>
                </a:lnTo>
                <a:lnTo>
                  <a:pt x="43200" y="21599"/>
                </a:lnTo>
                <a:cubicBezTo>
                  <a:pt x="43200" y="21599"/>
                  <a:pt x="43200" y="21599"/>
                  <a:pt x="43200" y="21599"/>
                </a:cubicBezTo>
                <a:lnTo>
                  <a:pt x="43200" y="21599"/>
                </a:lnTo>
                <a:lnTo>
                  <a:pt x="43200" y="21599"/>
                </a:lnTo>
                <a:cubicBezTo>
                  <a:pt x="43200" y="33449"/>
                  <a:pt x="33448" y="43200"/>
                  <a:pt x="21600" y="43200"/>
                </a:cubicBezTo>
                <a:lnTo>
                  <a:pt x="21600" y="43200"/>
                </a:lnTo>
                <a:cubicBezTo>
                  <a:pt x="9748" y="43200"/>
                  <a:pt x="0" y="33449"/>
                  <a:pt x="0" y="21599"/>
                </a:cubicBezTo>
                <a:lnTo>
                  <a:pt x="0" y="21599"/>
                </a:lnTo>
                <a:cubicBezTo>
                  <a:pt x="0" y="9750"/>
                  <a:pt x="9748" y="0"/>
                  <a:pt x="21600" y="0"/>
                </a:cubicBezTo>
                <a:lnTo>
                  <a:pt x="21600" y="0"/>
                </a:lnTo>
                <a:cubicBezTo>
                  <a:pt x="33448" y="0"/>
                  <a:pt x="43200" y="9750"/>
                  <a:pt x="43200" y="21599"/>
                </a:cubicBezTo>
              </a:path>
            </a:pathLst>
          </a:custGeom>
          <a:solidFill>
            <a:srgbClr val="FFFFFF">
              <a:alpha val="20784"/>
            </a:srgbClr>
          </a:solidFill>
          <a:ln w="9524">
            <a:solidFill>
              <a:srgbClr val="000000"/>
            </a:solidFill>
            <a:round/>
            <a:headEnd/>
            <a:tailEnd/>
          </a:ln>
        </p:spPr>
      </p:sp>
      <p:sp>
        <p:nvSpPr>
          <p:cNvPr id="845643273" name="Shape 1116"/>
          <p:cNvSpPr>
            <a:spLocks noChangeArrowheads="1" noGrp="1"/>
          </p:cNvSpPr>
          <p:nvPr userDrawn="1"/>
        </p:nvSpPr>
        <p:spPr bwMode="auto">
          <a:xfrm>
            <a:off x="984107" y="474624"/>
            <a:ext cx="5463821" cy="4108918"/>
          </a:xfrm>
          <a:custGeom>
            <a:avLst/>
            <a:gdLst/>
            <a:ahLst/>
            <a:cxnLst/>
            <a:rect l="l" t="t" r="r" b="b"/>
            <a:pathLst>
              <a:path w="43200" h="43200" fill="norm" stroke="0" extrusionOk="0">
                <a:moveTo>
                  <a:pt x="43199" y="21599"/>
                </a:moveTo>
                <a:lnTo>
                  <a:pt x="43199" y="21599"/>
                </a:lnTo>
                <a:lnTo>
                  <a:pt x="43199" y="21599"/>
                </a:lnTo>
                <a:cubicBezTo>
                  <a:pt x="43199" y="21599"/>
                  <a:pt x="43199" y="21599"/>
                  <a:pt x="43199" y="21599"/>
                </a:cubicBezTo>
                <a:lnTo>
                  <a:pt x="43199" y="21599"/>
                </a:lnTo>
                <a:lnTo>
                  <a:pt x="43199" y="21599"/>
                </a:lnTo>
                <a:cubicBezTo>
                  <a:pt x="43199" y="33448"/>
                  <a:pt x="33448" y="43200"/>
                  <a:pt x="21599" y="43200"/>
                </a:cubicBezTo>
                <a:lnTo>
                  <a:pt x="21599" y="43200"/>
                </a:lnTo>
                <a:cubicBezTo>
                  <a:pt x="9750" y="43200"/>
                  <a:pt x="0" y="33448"/>
                  <a:pt x="0" y="21599"/>
                </a:cubicBezTo>
                <a:lnTo>
                  <a:pt x="0" y="21599"/>
                </a:lnTo>
                <a:cubicBezTo>
                  <a:pt x="0" y="9749"/>
                  <a:pt x="9750" y="0"/>
                  <a:pt x="21599" y="0"/>
                </a:cubicBezTo>
                <a:lnTo>
                  <a:pt x="21599" y="0"/>
                </a:lnTo>
                <a:cubicBezTo>
                  <a:pt x="33448" y="0"/>
                  <a:pt x="43199" y="9749"/>
                  <a:pt x="43199" y="21599"/>
                </a:cubicBezTo>
              </a:path>
            </a:pathLst>
          </a:custGeom>
          <a:solidFill>
            <a:srgbClr val="FFFFFF">
              <a:alpha val="22352"/>
            </a:srgbClr>
          </a:solidFill>
          <a:ln w="9524">
            <a:solidFill>
              <a:srgbClr val="000000"/>
            </a:solidFill>
            <a:round/>
            <a:headEnd/>
            <a:tailEnd/>
          </a:ln>
        </p:spPr>
      </p:sp>
      <p:sp>
        <p:nvSpPr>
          <p:cNvPr id="1042716555" name="Shape 1117"/>
          <p:cNvSpPr>
            <a:spLocks noChangeArrowheads="1" noGrp="1"/>
          </p:cNvSpPr>
          <p:nvPr userDrawn="1"/>
        </p:nvSpPr>
        <p:spPr bwMode="auto">
          <a:xfrm>
            <a:off x="1045632" y="503197"/>
            <a:ext cx="5284893" cy="3974469"/>
          </a:xfrm>
          <a:custGeom>
            <a:avLst/>
            <a:gdLst/>
            <a:ahLst/>
            <a:cxnLst/>
            <a:rect l="l" t="t" r="r" b="b"/>
            <a:pathLst>
              <a:path w="43200" h="43200" fill="norm" stroke="0" extrusionOk="0">
                <a:moveTo>
                  <a:pt x="43200" y="21599"/>
                </a:moveTo>
                <a:lnTo>
                  <a:pt x="43200" y="21599"/>
                </a:lnTo>
                <a:lnTo>
                  <a:pt x="43200" y="21599"/>
                </a:lnTo>
                <a:cubicBezTo>
                  <a:pt x="43200" y="21599"/>
                  <a:pt x="43200" y="21599"/>
                  <a:pt x="43200" y="21599"/>
                </a:cubicBezTo>
                <a:lnTo>
                  <a:pt x="43200" y="21599"/>
                </a:lnTo>
                <a:lnTo>
                  <a:pt x="43200" y="21599"/>
                </a:lnTo>
                <a:cubicBezTo>
                  <a:pt x="43200" y="33449"/>
                  <a:pt x="33450" y="43200"/>
                  <a:pt x="21599" y="43200"/>
                </a:cubicBezTo>
                <a:lnTo>
                  <a:pt x="21599" y="43200"/>
                </a:lnTo>
                <a:cubicBezTo>
                  <a:pt x="9751" y="43200"/>
                  <a:pt x="0" y="33449"/>
                  <a:pt x="0" y="21599"/>
                </a:cubicBezTo>
                <a:lnTo>
                  <a:pt x="0" y="21599"/>
                </a:lnTo>
                <a:cubicBezTo>
                  <a:pt x="0" y="9750"/>
                  <a:pt x="9751" y="0"/>
                  <a:pt x="21599" y="0"/>
                </a:cubicBezTo>
                <a:lnTo>
                  <a:pt x="21599" y="0"/>
                </a:lnTo>
                <a:cubicBezTo>
                  <a:pt x="33450" y="0"/>
                  <a:pt x="43200" y="9750"/>
                  <a:pt x="43200" y="21599"/>
                </a:cubicBezTo>
              </a:path>
            </a:pathLst>
          </a:custGeom>
          <a:solidFill>
            <a:srgbClr val="FFFFFF">
              <a:alpha val="23921"/>
            </a:srgbClr>
          </a:solidFill>
          <a:ln w="9524">
            <a:solidFill>
              <a:srgbClr val="000000"/>
            </a:solidFill>
            <a:round/>
            <a:headEnd/>
            <a:tailEnd/>
          </a:ln>
        </p:spPr>
      </p:sp>
      <p:sp>
        <p:nvSpPr>
          <p:cNvPr id="529559359" name="Shape 1118"/>
          <p:cNvSpPr>
            <a:spLocks noChangeArrowheads="1" noGrp="1"/>
          </p:cNvSpPr>
          <p:nvPr userDrawn="1"/>
        </p:nvSpPr>
        <p:spPr bwMode="auto">
          <a:xfrm>
            <a:off x="1107443" y="531930"/>
            <a:ext cx="5105963" cy="3839859"/>
          </a:xfrm>
          <a:custGeom>
            <a:avLst/>
            <a:gdLst/>
            <a:ahLst/>
            <a:cxnLst/>
            <a:rect l="l" t="t" r="r" b="b"/>
            <a:pathLst>
              <a:path w="43200" h="43200" fill="norm" stroke="0" extrusionOk="0">
                <a:moveTo>
                  <a:pt x="43200" y="21600"/>
                </a:moveTo>
                <a:lnTo>
                  <a:pt x="43200" y="21600"/>
                </a:lnTo>
                <a:lnTo>
                  <a:pt x="43200" y="21600"/>
                </a:lnTo>
                <a:cubicBezTo>
                  <a:pt x="43200" y="21600"/>
                  <a:pt x="43200" y="21600"/>
                  <a:pt x="43200" y="21600"/>
                </a:cubicBezTo>
                <a:lnTo>
                  <a:pt x="43200" y="21600"/>
                </a:lnTo>
                <a:lnTo>
                  <a:pt x="43200" y="21600"/>
                </a:lnTo>
                <a:cubicBezTo>
                  <a:pt x="43200" y="33449"/>
                  <a:pt x="33448" y="43200"/>
                  <a:pt x="21599" y="43200"/>
                </a:cubicBezTo>
                <a:lnTo>
                  <a:pt x="21599" y="43200"/>
                </a:lnTo>
                <a:cubicBezTo>
                  <a:pt x="9749" y="43200"/>
                  <a:pt x="0" y="33449"/>
                  <a:pt x="0" y="21600"/>
                </a:cubicBezTo>
                <a:lnTo>
                  <a:pt x="0" y="21600"/>
                </a:lnTo>
                <a:cubicBezTo>
                  <a:pt x="0" y="9750"/>
                  <a:pt x="9749" y="0"/>
                  <a:pt x="21599" y="0"/>
                </a:cubicBezTo>
                <a:lnTo>
                  <a:pt x="21599" y="0"/>
                </a:lnTo>
                <a:cubicBezTo>
                  <a:pt x="33448" y="0"/>
                  <a:pt x="43200" y="9750"/>
                  <a:pt x="43200" y="21600"/>
                </a:cubicBezTo>
              </a:path>
            </a:pathLst>
          </a:custGeom>
          <a:solidFill>
            <a:srgbClr val="FFFFFF">
              <a:alpha val="25490"/>
            </a:srgbClr>
          </a:solidFill>
          <a:ln w="9524">
            <a:solidFill>
              <a:srgbClr val="000000"/>
            </a:solidFill>
            <a:round/>
            <a:headEnd/>
            <a:tailEnd/>
          </a:ln>
        </p:spPr>
      </p:sp>
      <p:sp>
        <p:nvSpPr>
          <p:cNvPr id="933345817" name="Shape 1119"/>
          <p:cNvSpPr>
            <a:spLocks noChangeArrowheads="1" noGrp="1"/>
          </p:cNvSpPr>
          <p:nvPr userDrawn="1"/>
        </p:nvSpPr>
        <p:spPr bwMode="auto">
          <a:xfrm>
            <a:off x="1168963" y="560659"/>
            <a:ext cx="4927034" cy="3705250"/>
          </a:xfrm>
          <a:custGeom>
            <a:avLst/>
            <a:gdLst/>
            <a:ahLst/>
            <a:cxnLst/>
            <a:rect l="l" t="t" r="r" b="b"/>
            <a:pathLst>
              <a:path w="43200" h="43200" fill="norm" stroke="0" extrusionOk="0">
                <a:moveTo>
                  <a:pt x="43200" y="21600"/>
                </a:moveTo>
                <a:lnTo>
                  <a:pt x="43200" y="21600"/>
                </a:lnTo>
                <a:lnTo>
                  <a:pt x="43200" y="21600"/>
                </a:lnTo>
                <a:cubicBezTo>
                  <a:pt x="43200" y="21600"/>
                  <a:pt x="43200" y="21600"/>
                  <a:pt x="43200" y="21600"/>
                </a:cubicBezTo>
                <a:lnTo>
                  <a:pt x="43200" y="21600"/>
                </a:lnTo>
                <a:lnTo>
                  <a:pt x="43200" y="21600"/>
                </a:lnTo>
                <a:cubicBezTo>
                  <a:pt x="43200" y="33448"/>
                  <a:pt x="33450" y="43200"/>
                  <a:pt x="21600" y="43200"/>
                </a:cubicBezTo>
                <a:lnTo>
                  <a:pt x="21600" y="43200"/>
                </a:lnTo>
                <a:cubicBezTo>
                  <a:pt x="9749" y="43200"/>
                  <a:pt x="0" y="33448"/>
                  <a:pt x="0" y="21600"/>
                </a:cubicBezTo>
                <a:lnTo>
                  <a:pt x="0" y="21600"/>
                </a:lnTo>
                <a:cubicBezTo>
                  <a:pt x="0" y="9749"/>
                  <a:pt x="9749" y="0"/>
                  <a:pt x="21600" y="0"/>
                </a:cubicBezTo>
                <a:lnTo>
                  <a:pt x="21600" y="0"/>
                </a:lnTo>
                <a:cubicBezTo>
                  <a:pt x="33450" y="0"/>
                  <a:pt x="43200" y="9749"/>
                  <a:pt x="43200" y="21600"/>
                </a:cubicBezTo>
              </a:path>
            </a:pathLst>
          </a:custGeom>
          <a:solidFill>
            <a:srgbClr val="FFFFFF">
              <a:alpha val="27058"/>
            </a:srgbClr>
          </a:solidFill>
          <a:ln w="9524">
            <a:solidFill>
              <a:srgbClr val="000000"/>
            </a:solidFill>
            <a:round/>
            <a:headEnd/>
            <a:tailEnd/>
          </a:ln>
        </p:spPr>
      </p:sp>
      <p:sp>
        <p:nvSpPr>
          <p:cNvPr id="49745594" name="Shape 1120"/>
          <p:cNvSpPr>
            <a:spLocks noChangeArrowheads="1" noGrp="1"/>
          </p:cNvSpPr>
          <p:nvPr userDrawn="1"/>
        </p:nvSpPr>
        <p:spPr bwMode="auto">
          <a:xfrm>
            <a:off x="2023254" y="5083093"/>
            <a:ext cx="1181945" cy="888929"/>
          </a:xfrm>
          <a:custGeom>
            <a:avLst/>
            <a:gdLst/>
            <a:ahLst/>
            <a:cxnLst/>
            <a:rect l="l" t="t" r="r" b="b"/>
            <a:pathLst>
              <a:path w="43200" h="43200" fill="norm" stroke="0" extrusionOk="0">
                <a:moveTo>
                  <a:pt x="21600" y="0"/>
                </a:moveTo>
                <a:lnTo>
                  <a:pt x="21600" y="0"/>
                </a:lnTo>
                <a:cubicBezTo>
                  <a:pt x="33534" y="0"/>
                  <a:pt x="43200" y="9673"/>
                  <a:pt x="43200" y="21599"/>
                </a:cubicBezTo>
                <a:lnTo>
                  <a:pt x="43200" y="21599"/>
                </a:lnTo>
                <a:cubicBezTo>
                  <a:pt x="43200" y="33533"/>
                  <a:pt x="33534" y="43200"/>
                  <a:pt x="21600" y="43200"/>
                </a:cubicBezTo>
                <a:lnTo>
                  <a:pt x="21600" y="43200"/>
                </a:lnTo>
                <a:cubicBezTo>
                  <a:pt x="9665" y="43200"/>
                  <a:pt x="0" y="33533"/>
                  <a:pt x="0" y="21599"/>
                </a:cubicBezTo>
                <a:lnTo>
                  <a:pt x="0" y="21599"/>
                </a:lnTo>
                <a:cubicBezTo>
                  <a:pt x="0" y="9673"/>
                  <a:pt x="9665" y="0"/>
                  <a:pt x="21600" y="0"/>
                </a:cubicBezTo>
                <a:close/>
              </a:path>
            </a:pathLst>
          </a:custGeom>
          <a:solidFill>
            <a:srgbClr val="FFFFFF">
              <a:alpha val="11764"/>
            </a:srgbClr>
          </a:solidFill>
          <a:ln w="9524">
            <a:solidFill>
              <a:srgbClr val="000000"/>
            </a:solidFill>
            <a:round/>
            <a:headEnd/>
            <a:tailEnd/>
          </a:ln>
        </p:spPr>
      </p:sp>
      <p:sp>
        <p:nvSpPr>
          <p:cNvPr id="249136853" name="Shape 1121"/>
          <p:cNvSpPr>
            <a:spLocks noChangeArrowheads="1" noGrp="1"/>
          </p:cNvSpPr>
          <p:nvPr userDrawn="1"/>
        </p:nvSpPr>
        <p:spPr bwMode="auto">
          <a:xfrm>
            <a:off x="2851007" y="4515765"/>
            <a:ext cx="1869157" cy="1405620"/>
          </a:xfrm>
          <a:custGeom>
            <a:avLst/>
            <a:gdLst/>
            <a:ahLst/>
            <a:cxnLst/>
            <a:rect l="l" t="t" r="r" b="b"/>
            <a:pathLst>
              <a:path w="43200" h="43200" fill="norm" stroke="0" extrusionOk="0">
                <a:moveTo>
                  <a:pt x="21596" y="0"/>
                </a:moveTo>
                <a:lnTo>
                  <a:pt x="21596" y="0"/>
                </a:lnTo>
                <a:cubicBezTo>
                  <a:pt x="33526" y="0"/>
                  <a:pt x="43200" y="9669"/>
                  <a:pt x="43200" y="21601"/>
                </a:cubicBezTo>
                <a:lnTo>
                  <a:pt x="43200" y="21601"/>
                </a:lnTo>
                <a:cubicBezTo>
                  <a:pt x="43200" y="33530"/>
                  <a:pt x="33526" y="43200"/>
                  <a:pt x="21596" y="43200"/>
                </a:cubicBezTo>
                <a:lnTo>
                  <a:pt x="21596" y="43200"/>
                </a:lnTo>
                <a:cubicBezTo>
                  <a:pt x="9673" y="43200"/>
                  <a:pt x="0" y="33530"/>
                  <a:pt x="0" y="21601"/>
                </a:cubicBezTo>
                <a:lnTo>
                  <a:pt x="0" y="21601"/>
                </a:lnTo>
                <a:cubicBezTo>
                  <a:pt x="0" y="9669"/>
                  <a:pt x="9673" y="0"/>
                  <a:pt x="21596" y="0"/>
                </a:cubicBezTo>
                <a:close/>
              </a:path>
            </a:pathLst>
          </a:custGeom>
          <a:solidFill>
            <a:srgbClr val="FFFFFF">
              <a:alpha val="14509"/>
            </a:srgbClr>
          </a:solidFill>
          <a:ln w="9524">
            <a:solidFill>
              <a:srgbClr val="000000"/>
            </a:solidFill>
            <a:round/>
            <a:headEnd/>
            <a:tailEnd/>
          </a:ln>
        </p:spPr>
      </p:sp>
      <p:sp>
        <p:nvSpPr>
          <p:cNvPr id="1647311620" name="Shape 1124"/>
          <p:cNvSpPr>
            <a:spLocks noChangeArrowheads="1" noGrp="1"/>
          </p:cNvSpPr>
          <p:nvPr userDrawn="1"/>
        </p:nvSpPr>
        <p:spPr bwMode="auto">
          <a:xfrm>
            <a:off x="3037839" y="4457826"/>
            <a:ext cx="835941" cy="628758"/>
          </a:xfrm>
          <a:custGeom>
            <a:avLst/>
            <a:gdLst/>
            <a:ahLst/>
            <a:cxnLst/>
            <a:rect l="l" t="t" r="r" b="b"/>
            <a:pathLst>
              <a:path w="43200" h="43200" fill="norm" stroke="0" extrusionOk="0">
                <a:moveTo>
                  <a:pt x="21600" y="0"/>
                </a:moveTo>
                <a:lnTo>
                  <a:pt x="21600" y="0"/>
                </a:lnTo>
                <a:cubicBezTo>
                  <a:pt x="33530" y="0"/>
                  <a:pt x="43200" y="9672"/>
                  <a:pt x="43200" y="21604"/>
                </a:cubicBezTo>
                <a:lnTo>
                  <a:pt x="43200" y="21604"/>
                </a:lnTo>
                <a:cubicBezTo>
                  <a:pt x="43200" y="33525"/>
                  <a:pt x="33530" y="43200"/>
                  <a:pt x="21600" y="43200"/>
                </a:cubicBezTo>
                <a:lnTo>
                  <a:pt x="21600" y="43200"/>
                </a:lnTo>
                <a:cubicBezTo>
                  <a:pt x="9669" y="43200"/>
                  <a:pt x="0" y="33525"/>
                  <a:pt x="0" y="21604"/>
                </a:cubicBezTo>
                <a:lnTo>
                  <a:pt x="0" y="21604"/>
                </a:lnTo>
                <a:cubicBezTo>
                  <a:pt x="0" y="9672"/>
                  <a:pt x="9669" y="0"/>
                  <a:pt x="21600" y="0"/>
                </a:cubicBezTo>
                <a:close/>
              </a:path>
            </a:pathLst>
          </a:custGeom>
          <a:solidFill>
            <a:srgbClr val="FFFFFF">
              <a:alpha val="784"/>
            </a:srgbClr>
          </a:solidFill>
          <a:ln w="9524">
            <a:solidFill>
              <a:srgbClr val="000000"/>
            </a:solidFill>
            <a:round/>
            <a:headEnd/>
            <a:tailEnd/>
          </a:ln>
        </p:spPr>
      </p:sp>
      <p:sp>
        <p:nvSpPr>
          <p:cNvPr id="472987414" name="Shape 1125"/>
          <p:cNvSpPr>
            <a:spLocks noChangeArrowheads="1" noGrp="1"/>
          </p:cNvSpPr>
          <p:nvPr userDrawn="1"/>
        </p:nvSpPr>
        <p:spPr bwMode="auto">
          <a:xfrm>
            <a:off x="1015999" y="4613071"/>
            <a:ext cx="685800" cy="515578"/>
          </a:xfrm>
          <a:custGeom>
            <a:avLst/>
            <a:gdLst/>
            <a:ahLst/>
            <a:cxnLst/>
            <a:rect l="l" t="t" r="r" b="b"/>
            <a:pathLst>
              <a:path w="43200" h="43200" fill="norm" stroke="0" extrusionOk="0">
                <a:moveTo>
                  <a:pt x="21599" y="0"/>
                </a:moveTo>
                <a:lnTo>
                  <a:pt x="21599" y="0"/>
                </a:lnTo>
                <a:cubicBezTo>
                  <a:pt x="33527" y="0"/>
                  <a:pt x="43200" y="9668"/>
                  <a:pt x="43200" y="21599"/>
                </a:cubicBezTo>
                <a:lnTo>
                  <a:pt x="43200" y="21599"/>
                </a:lnTo>
                <a:cubicBezTo>
                  <a:pt x="43200" y="33530"/>
                  <a:pt x="33527" y="43200"/>
                  <a:pt x="21599" y="43200"/>
                </a:cubicBezTo>
                <a:lnTo>
                  <a:pt x="21599" y="43200"/>
                </a:lnTo>
                <a:cubicBezTo>
                  <a:pt x="9671" y="43200"/>
                  <a:pt x="0" y="33530"/>
                  <a:pt x="0" y="21599"/>
                </a:cubicBezTo>
                <a:lnTo>
                  <a:pt x="0" y="21599"/>
                </a:lnTo>
                <a:cubicBezTo>
                  <a:pt x="0" y="9668"/>
                  <a:pt x="9671" y="0"/>
                  <a:pt x="21599" y="0"/>
                </a:cubicBezTo>
                <a:close/>
              </a:path>
            </a:pathLst>
          </a:custGeom>
          <a:solidFill>
            <a:srgbClr val="FFFFFF">
              <a:alpha val="45098"/>
            </a:srgbClr>
          </a:solidFill>
          <a:ln w="9524">
            <a:solidFill>
              <a:srgbClr val="000000"/>
            </a:solidFill>
            <a:round/>
            <a:headEnd/>
            <a:tailEnd/>
          </a:ln>
        </p:spPr>
      </p:sp>
      <p:sp>
        <p:nvSpPr>
          <p:cNvPr id="303010229" name="Shape 1138"/>
          <p:cNvSpPr>
            <a:spLocks noChangeArrowheads="1" noGrp="1"/>
          </p:cNvSpPr>
          <p:nvPr userDrawn="1"/>
        </p:nvSpPr>
        <p:spPr bwMode="auto">
          <a:xfrm>
            <a:off x="2311403" y="4372901"/>
            <a:ext cx="796430" cy="598915"/>
          </a:xfrm>
          <a:custGeom>
            <a:avLst/>
            <a:gdLst/>
            <a:ahLst/>
            <a:cxnLst/>
            <a:rect l="l" t="t" r="r" b="b"/>
            <a:pathLst>
              <a:path w="43200" h="43200" fill="norm" stroke="0" extrusionOk="0">
                <a:moveTo>
                  <a:pt x="21600" y="0"/>
                </a:moveTo>
                <a:lnTo>
                  <a:pt x="21600" y="0"/>
                </a:lnTo>
                <a:cubicBezTo>
                  <a:pt x="33525" y="0"/>
                  <a:pt x="43200" y="9675"/>
                  <a:pt x="43200" y="21594"/>
                </a:cubicBezTo>
                <a:lnTo>
                  <a:pt x="43200" y="21594"/>
                </a:lnTo>
                <a:cubicBezTo>
                  <a:pt x="43200" y="33524"/>
                  <a:pt x="33525" y="43200"/>
                  <a:pt x="21600" y="43200"/>
                </a:cubicBezTo>
                <a:lnTo>
                  <a:pt x="21600" y="43200"/>
                </a:lnTo>
                <a:cubicBezTo>
                  <a:pt x="9674" y="43200"/>
                  <a:pt x="0" y="33524"/>
                  <a:pt x="0" y="21594"/>
                </a:cubicBezTo>
                <a:lnTo>
                  <a:pt x="0" y="21594"/>
                </a:lnTo>
                <a:cubicBezTo>
                  <a:pt x="0" y="9675"/>
                  <a:pt x="9674" y="0"/>
                  <a:pt x="21600" y="0"/>
                </a:cubicBezTo>
                <a:close/>
              </a:path>
            </a:pathLst>
          </a:custGeom>
          <a:solidFill>
            <a:srgbClr val="FFFFFF">
              <a:alpha val="7843"/>
            </a:srgbClr>
          </a:solidFill>
          <a:ln w="9524">
            <a:solidFill>
              <a:srgbClr val="000000"/>
            </a:solidFill>
            <a:round/>
            <a:headEnd/>
            <a:tailEnd/>
          </a:ln>
        </p:spPr>
      </p:sp>
      <p:sp>
        <p:nvSpPr>
          <p:cNvPr id="1206322300" name="Shape 1139"/>
          <p:cNvSpPr>
            <a:spLocks noChangeArrowheads="1" noGrp="1"/>
          </p:cNvSpPr>
          <p:nvPr userDrawn="1"/>
        </p:nvSpPr>
        <p:spPr bwMode="auto">
          <a:xfrm>
            <a:off x="1648462" y="4729109"/>
            <a:ext cx="755507" cy="568121"/>
          </a:xfrm>
          <a:custGeom>
            <a:avLst/>
            <a:gdLst/>
            <a:ahLst/>
            <a:cxnLst/>
            <a:rect l="l" t="t" r="r" b="b"/>
            <a:pathLst>
              <a:path w="43200" h="43200" fill="norm" stroke="0" extrusionOk="0">
                <a:moveTo>
                  <a:pt x="21608" y="0"/>
                </a:moveTo>
                <a:lnTo>
                  <a:pt x="21608" y="0"/>
                </a:lnTo>
                <a:cubicBezTo>
                  <a:pt x="33533" y="0"/>
                  <a:pt x="43200" y="9668"/>
                  <a:pt x="43200" y="21593"/>
                </a:cubicBezTo>
                <a:lnTo>
                  <a:pt x="43200" y="21593"/>
                </a:lnTo>
                <a:cubicBezTo>
                  <a:pt x="43200" y="33519"/>
                  <a:pt x="33533" y="43200"/>
                  <a:pt x="21608" y="43200"/>
                </a:cubicBezTo>
                <a:lnTo>
                  <a:pt x="21608" y="43200"/>
                </a:lnTo>
                <a:cubicBezTo>
                  <a:pt x="9682" y="43200"/>
                  <a:pt x="0" y="33519"/>
                  <a:pt x="0" y="21593"/>
                </a:cubicBezTo>
                <a:lnTo>
                  <a:pt x="0" y="21593"/>
                </a:lnTo>
                <a:cubicBezTo>
                  <a:pt x="0" y="9668"/>
                  <a:pt x="9682" y="0"/>
                  <a:pt x="21608" y="0"/>
                </a:cubicBezTo>
                <a:close/>
              </a:path>
            </a:pathLst>
          </a:custGeom>
          <a:solidFill>
            <a:srgbClr val="FFFFFF">
              <a:alpha val="24705"/>
            </a:srgbClr>
          </a:solidFill>
          <a:ln w="9524">
            <a:solidFill>
              <a:srgbClr val="000000"/>
            </a:solidFill>
            <a:round/>
            <a:headEnd/>
            <a:tailEnd/>
          </a:ln>
        </p:spPr>
      </p:sp>
      <p:sp>
        <p:nvSpPr>
          <p:cNvPr id="959854095" name="Shape 1140"/>
          <p:cNvSpPr>
            <a:spLocks noChangeArrowheads="1" noGrp="1"/>
          </p:cNvSpPr>
          <p:nvPr userDrawn="1"/>
        </p:nvSpPr>
        <p:spPr bwMode="auto">
          <a:xfrm>
            <a:off x="1506501" y="5387076"/>
            <a:ext cx="753250" cy="566374"/>
          </a:xfrm>
          <a:custGeom>
            <a:avLst/>
            <a:gdLst/>
            <a:ahLst/>
            <a:cxnLst/>
            <a:rect l="l" t="t" r="r" b="b"/>
            <a:pathLst>
              <a:path w="43200" h="43200" fill="norm" stroke="0" extrusionOk="0">
                <a:moveTo>
                  <a:pt x="21607" y="0"/>
                </a:moveTo>
                <a:lnTo>
                  <a:pt x="21607" y="0"/>
                </a:lnTo>
                <a:cubicBezTo>
                  <a:pt x="33536" y="0"/>
                  <a:pt x="43200" y="9673"/>
                  <a:pt x="43200" y="21599"/>
                </a:cubicBezTo>
                <a:lnTo>
                  <a:pt x="43200" y="21599"/>
                </a:lnTo>
                <a:cubicBezTo>
                  <a:pt x="43200" y="33526"/>
                  <a:pt x="33536" y="43200"/>
                  <a:pt x="21607" y="43200"/>
                </a:cubicBezTo>
                <a:lnTo>
                  <a:pt x="21607" y="43200"/>
                </a:lnTo>
                <a:cubicBezTo>
                  <a:pt x="9679" y="43200"/>
                  <a:pt x="0" y="33526"/>
                  <a:pt x="0" y="21599"/>
                </a:cubicBezTo>
                <a:lnTo>
                  <a:pt x="0" y="21599"/>
                </a:lnTo>
                <a:cubicBezTo>
                  <a:pt x="0" y="9673"/>
                  <a:pt x="9679" y="0"/>
                  <a:pt x="21607" y="0"/>
                </a:cubicBezTo>
                <a:close/>
              </a:path>
            </a:pathLst>
          </a:custGeom>
          <a:solidFill>
            <a:srgbClr val="FFFFFF">
              <a:alpha val="32549"/>
            </a:srgbClr>
          </a:solidFill>
          <a:ln w="9524">
            <a:solidFill>
              <a:srgbClr val="000000"/>
            </a:solidFill>
            <a:round/>
            <a:headEnd/>
            <a:tailEnd/>
          </a:ln>
        </p:spPr>
      </p:sp>
      <p:sp>
        <p:nvSpPr>
          <p:cNvPr id="674257397" name="Shape 1141"/>
          <p:cNvSpPr>
            <a:spLocks noChangeArrowheads="1" noGrp="1"/>
          </p:cNvSpPr>
          <p:nvPr userDrawn="1"/>
        </p:nvSpPr>
        <p:spPr bwMode="auto">
          <a:xfrm>
            <a:off x="2370101" y="5855034"/>
            <a:ext cx="893513" cy="671935"/>
          </a:xfrm>
          <a:custGeom>
            <a:avLst/>
            <a:gdLst/>
            <a:ahLst/>
            <a:cxnLst/>
            <a:rect l="l" t="t" r="r" b="b"/>
            <a:pathLst>
              <a:path w="43200" h="43200" fill="norm" stroke="0" extrusionOk="0">
                <a:moveTo>
                  <a:pt x="21600" y="0"/>
                </a:moveTo>
                <a:lnTo>
                  <a:pt x="21600" y="0"/>
                </a:lnTo>
                <a:cubicBezTo>
                  <a:pt x="33525" y="0"/>
                  <a:pt x="43200" y="9674"/>
                  <a:pt x="43200" y="21605"/>
                </a:cubicBezTo>
                <a:lnTo>
                  <a:pt x="43200" y="21605"/>
                </a:lnTo>
                <a:cubicBezTo>
                  <a:pt x="43200" y="33535"/>
                  <a:pt x="33525" y="43200"/>
                  <a:pt x="21600" y="43200"/>
                </a:cubicBezTo>
                <a:lnTo>
                  <a:pt x="21600" y="43200"/>
                </a:lnTo>
                <a:cubicBezTo>
                  <a:pt x="9674" y="43200"/>
                  <a:pt x="0" y="33535"/>
                  <a:pt x="0" y="21605"/>
                </a:cubicBezTo>
                <a:lnTo>
                  <a:pt x="0" y="21605"/>
                </a:lnTo>
                <a:cubicBezTo>
                  <a:pt x="0" y="9674"/>
                  <a:pt x="9674" y="0"/>
                  <a:pt x="21600" y="0"/>
                </a:cubicBezTo>
                <a:close/>
              </a:path>
            </a:pathLst>
          </a:custGeom>
          <a:solidFill>
            <a:srgbClr val="FFFFFF">
              <a:alpha val="7058"/>
            </a:srgbClr>
          </a:solidFill>
          <a:ln w="9524">
            <a:solidFill>
              <a:srgbClr val="000000"/>
            </a:solidFill>
            <a:round/>
            <a:headEnd/>
            <a:tailEnd/>
          </a:ln>
        </p:spPr>
      </p:sp>
      <p:sp>
        <p:nvSpPr>
          <p:cNvPr id="1740592281" name="Shape 1142"/>
          <p:cNvSpPr>
            <a:spLocks noChangeArrowheads="1" noGrp="1"/>
          </p:cNvSpPr>
          <p:nvPr userDrawn="1"/>
        </p:nvSpPr>
        <p:spPr bwMode="auto">
          <a:xfrm>
            <a:off x="2241977" y="6244482"/>
            <a:ext cx="688339" cy="517801"/>
          </a:xfrm>
          <a:custGeom>
            <a:avLst/>
            <a:gdLst/>
            <a:ahLst/>
            <a:cxnLst/>
            <a:rect l="l" t="t" r="r" b="b"/>
            <a:pathLst>
              <a:path w="43200" h="43200" fill="norm" stroke="0" extrusionOk="0">
                <a:moveTo>
                  <a:pt x="21591" y="0"/>
                </a:moveTo>
                <a:lnTo>
                  <a:pt x="21591" y="0"/>
                </a:lnTo>
                <a:cubicBezTo>
                  <a:pt x="33528" y="0"/>
                  <a:pt x="43198" y="9667"/>
                  <a:pt x="43198" y="21600"/>
                </a:cubicBezTo>
                <a:lnTo>
                  <a:pt x="43198" y="21600"/>
                </a:lnTo>
                <a:cubicBezTo>
                  <a:pt x="43198" y="33519"/>
                  <a:pt x="33528" y="43200"/>
                  <a:pt x="21591" y="43200"/>
                </a:cubicBezTo>
                <a:lnTo>
                  <a:pt x="21591" y="43200"/>
                </a:lnTo>
                <a:cubicBezTo>
                  <a:pt x="9670" y="43200"/>
                  <a:pt x="0" y="33519"/>
                  <a:pt x="0" y="21600"/>
                </a:cubicBezTo>
                <a:lnTo>
                  <a:pt x="0" y="21600"/>
                </a:lnTo>
                <a:cubicBezTo>
                  <a:pt x="0" y="9667"/>
                  <a:pt x="9670" y="0"/>
                  <a:pt x="21591" y="0"/>
                </a:cubicBezTo>
                <a:close/>
              </a:path>
            </a:pathLst>
          </a:custGeom>
          <a:solidFill>
            <a:srgbClr val="FFFFFF">
              <a:alpha val="30979"/>
            </a:srgbClr>
          </a:solidFill>
          <a:ln w="9524">
            <a:solidFill>
              <a:srgbClr val="000000"/>
            </a:solidFill>
            <a:round/>
            <a:headEnd/>
            <a:tailEnd/>
          </a:ln>
        </p:spPr>
      </p:sp>
      <p:sp>
        <p:nvSpPr>
          <p:cNvPr id="165606540" name="Shape 1143"/>
          <p:cNvSpPr>
            <a:spLocks noChangeArrowheads="1" noGrp="1"/>
          </p:cNvSpPr>
          <p:nvPr userDrawn="1"/>
        </p:nvSpPr>
        <p:spPr bwMode="auto">
          <a:xfrm>
            <a:off x="3596920" y="5964721"/>
            <a:ext cx="726439" cy="546215"/>
          </a:xfrm>
          <a:custGeom>
            <a:avLst/>
            <a:gdLst/>
            <a:ahLst/>
            <a:cxnLst/>
            <a:rect l="l" t="t" r="r" b="b"/>
            <a:pathLst>
              <a:path w="43200" h="43200" fill="norm" stroke="0" extrusionOk="0">
                <a:moveTo>
                  <a:pt x="21599" y="0"/>
                </a:moveTo>
                <a:lnTo>
                  <a:pt x="21599" y="0"/>
                </a:lnTo>
                <a:cubicBezTo>
                  <a:pt x="33531" y="0"/>
                  <a:pt x="43200" y="9666"/>
                  <a:pt x="43200" y="21605"/>
                </a:cubicBezTo>
                <a:lnTo>
                  <a:pt x="43200" y="21605"/>
                </a:lnTo>
                <a:cubicBezTo>
                  <a:pt x="43200" y="33533"/>
                  <a:pt x="33531" y="43200"/>
                  <a:pt x="21599" y="43200"/>
                </a:cubicBezTo>
                <a:lnTo>
                  <a:pt x="21599" y="43200"/>
                </a:lnTo>
                <a:cubicBezTo>
                  <a:pt x="9666" y="43200"/>
                  <a:pt x="0" y="33533"/>
                  <a:pt x="0" y="21605"/>
                </a:cubicBezTo>
                <a:lnTo>
                  <a:pt x="0" y="21605"/>
                </a:lnTo>
                <a:cubicBezTo>
                  <a:pt x="0" y="9666"/>
                  <a:pt x="9666" y="0"/>
                  <a:pt x="21599" y="0"/>
                </a:cubicBezTo>
                <a:close/>
              </a:path>
            </a:pathLst>
          </a:custGeom>
          <a:solidFill>
            <a:srgbClr val="FFFFFF">
              <a:alpha val="67450"/>
            </a:srgbClr>
          </a:solidFill>
          <a:ln w="9524">
            <a:solidFill>
              <a:srgbClr val="000000"/>
            </a:solidFill>
            <a:round/>
            <a:headEnd/>
            <a:tailEnd/>
          </a:ln>
        </p:spPr>
      </p:sp>
      <p:sp>
        <p:nvSpPr>
          <p:cNvPr id="2124570419" name="Shape 1144"/>
          <p:cNvSpPr>
            <a:spLocks noChangeArrowheads="1" noGrp="1"/>
          </p:cNvSpPr>
          <p:nvPr userDrawn="1"/>
        </p:nvSpPr>
        <p:spPr bwMode="auto">
          <a:xfrm>
            <a:off x="3037843" y="5578669"/>
            <a:ext cx="977899" cy="735271"/>
          </a:xfrm>
          <a:custGeom>
            <a:avLst/>
            <a:gdLst/>
            <a:ahLst/>
            <a:cxnLst/>
            <a:rect l="l" t="t" r="r" b="b"/>
            <a:pathLst>
              <a:path w="43200" h="43200" fill="norm" stroke="0" extrusionOk="0">
                <a:moveTo>
                  <a:pt x="21606" y="0"/>
                </a:moveTo>
                <a:lnTo>
                  <a:pt x="21606" y="0"/>
                </a:lnTo>
                <a:cubicBezTo>
                  <a:pt x="33524" y="0"/>
                  <a:pt x="43200" y="9671"/>
                  <a:pt x="43200" y="21599"/>
                </a:cubicBezTo>
                <a:lnTo>
                  <a:pt x="43200" y="21599"/>
                </a:lnTo>
                <a:cubicBezTo>
                  <a:pt x="43200" y="33528"/>
                  <a:pt x="33524" y="43200"/>
                  <a:pt x="21606" y="43200"/>
                </a:cubicBezTo>
                <a:lnTo>
                  <a:pt x="21606" y="43200"/>
                </a:lnTo>
                <a:cubicBezTo>
                  <a:pt x="9674" y="43200"/>
                  <a:pt x="0" y="33528"/>
                  <a:pt x="0" y="21599"/>
                </a:cubicBezTo>
                <a:lnTo>
                  <a:pt x="0" y="21599"/>
                </a:lnTo>
                <a:cubicBezTo>
                  <a:pt x="0" y="9671"/>
                  <a:pt x="9674" y="0"/>
                  <a:pt x="21606" y="0"/>
                </a:cubicBezTo>
                <a:close/>
              </a:path>
            </a:pathLst>
          </a:custGeom>
          <a:solidFill>
            <a:srgbClr val="FFFFFF">
              <a:alpha val="31372"/>
            </a:srgbClr>
          </a:solidFill>
          <a:ln w="9524">
            <a:solidFill>
              <a:srgbClr val="000000"/>
            </a:solidFill>
            <a:round/>
            <a:headEnd/>
            <a:tailEnd/>
          </a:ln>
        </p:spPr>
      </p:sp>
      <p:sp>
        <p:nvSpPr>
          <p:cNvPr id="575067116" name="Shape 1147"/>
          <p:cNvSpPr>
            <a:spLocks noChangeArrowheads="1" noGrp="1"/>
          </p:cNvSpPr>
          <p:nvPr userDrawn="1"/>
        </p:nvSpPr>
        <p:spPr bwMode="auto">
          <a:xfrm>
            <a:off x="2609712" y="36827"/>
            <a:ext cx="752403" cy="565898"/>
          </a:xfrm>
          <a:custGeom>
            <a:avLst/>
            <a:gdLst/>
            <a:ahLst/>
            <a:cxnLst/>
            <a:rect l="l" t="t" r="r" b="b"/>
            <a:pathLst>
              <a:path w="43200" h="43200" fill="norm" stroke="0" extrusionOk="0">
                <a:moveTo>
                  <a:pt x="21600" y="0"/>
                </a:moveTo>
                <a:lnTo>
                  <a:pt x="21600" y="0"/>
                </a:lnTo>
                <a:cubicBezTo>
                  <a:pt x="33541" y="0"/>
                  <a:pt x="43200" y="9670"/>
                  <a:pt x="43200" y="21593"/>
                </a:cubicBezTo>
                <a:lnTo>
                  <a:pt x="43200" y="21593"/>
                </a:lnTo>
                <a:cubicBezTo>
                  <a:pt x="43200" y="33529"/>
                  <a:pt x="33541" y="43200"/>
                  <a:pt x="21600" y="43200"/>
                </a:cubicBezTo>
                <a:lnTo>
                  <a:pt x="21600" y="43200"/>
                </a:lnTo>
                <a:cubicBezTo>
                  <a:pt x="9673" y="43200"/>
                  <a:pt x="0" y="33529"/>
                  <a:pt x="0" y="21593"/>
                </a:cubicBezTo>
                <a:lnTo>
                  <a:pt x="0" y="21593"/>
                </a:lnTo>
                <a:cubicBezTo>
                  <a:pt x="0" y="9670"/>
                  <a:pt x="9673" y="0"/>
                  <a:pt x="21600" y="0"/>
                </a:cubicBezTo>
                <a:close/>
              </a:path>
            </a:pathLst>
          </a:custGeom>
          <a:solidFill>
            <a:srgbClr val="FFFFFF">
              <a:alpha val="14509"/>
            </a:srgbClr>
          </a:solidFill>
          <a:ln w="9524">
            <a:solidFill>
              <a:srgbClr val="000000"/>
            </a:solidFill>
            <a:round/>
            <a:headEnd/>
            <a:tailEnd/>
          </a:ln>
        </p:spPr>
      </p:sp>
      <p:sp>
        <p:nvSpPr>
          <p:cNvPr id="508412480" name="Shape 1148"/>
          <p:cNvSpPr>
            <a:spLocks noChangeArrowheads="1" noGrp="1"/>
          </p:cNvSpPr>
          <p:nvPr userDrawn="1"/>
        </p:nvSpPr>
        <p:spPr bwMode="auto">
          <a:xfrm>
            <a:off x="2272174" y="35715"/>
            <a:ext cx="748734" cy="563041"/>
          </a:xfrm>
          <a:custGeom>
            <a:avLst/>
            <a:gdLst/>
            <a:ahLst/>
            <a:cxnLst/>
            <a:rect l="l" t="t" r="r" b="b"/>
            <a:pathLst>
              <a:path w="43200" h="43200" fill="norm" stroke="0" extrusionOk="0">
                <a:moveTo>
                  <a:pt x="21608" y="0"/>
                </a:moveTo>
                <a:lnTo>
                  <a:pt x="21608" y="0"/>
                </a:lnTo>
                <a:cubicBezTo>
                  <a:pt x="33527" y="0"/>
                  <a:pt x="43200" y="9670"/>
                  <a:pt x="43200" y="21593"/>
                </a:cubicBezTo>
                <a:lnTo>
                  <a:pt x="43200" y="21593"/>
                </a:lnTo>
                <a:cubicBezTo>
                  <a:pt x="43200" y="33529"/>
                  <a:pt x="33527" y="43200"/>
                  <a:pt x="21608" y="43200"/>
                </a:cubicBezTo>
                <a:lnTo>
                  <a:pt x="21608" y="43200"/>
                </a:lnTo>
                <a:cubicBezTo>
                  <a:pt x="9672" y="43200"/>
                  <a:pt x="0" y="33529"/>
                  <a:pt x="0" y="21593"/>
                </a:cubicBezTo>
                <a:lnTo>
                  <a:pt x="0" y="21593"/>
                </a:lnTo>
                <a:cubicBezTo>
                  <a:pt x="0" y="9670"/>
                  <a:pt x="9672" y="0"/>
                  <a:pt x="21608" y="0"/>
                </a:cubicBezTo>
                <a:close/>
              </a:path>
            </a:pathLst>
          </a:custGeom>
          <a:solidFill>
            <a:srgbClr val="FFFFFF">
              <a:alpha val="16470"/>
            </a:srgbClr>
          </a:solidFill>
          <a:ln w="9524">
            <a:solidFill>
              <a:srgbClr val="000000"/>
            </a:solidFill>
            <a:round/>
            <a:headEnd/>
            <a:tailEnd/>
          </a:ln>
        </p:spPr>
      </p:sp>
      <p:sp>
        <p:nvSpPr>
          <p:cNvPr id="689822500" name="Text Placeholder 2"/>
          <p:cNvSpPr>
            <a:spLocks noGrp="1"/>
          </p:cNvSpPr>
          <p:nvPr>
            <p:ph type="body" idx="1"/>
          </p:nvPr>
        </p:nvSpPr>
        <p:spPr bwMode="auto">
          <a:xfrm>
            <a:off x="799253" y="1600203"/>
            <a:ext cx="10577333" cy="4525962"/>
          </a:xfrm>
          <a:prstGeom prst="rect">
            <a:avLst/>
          </a:prstGeom>
        </p:spPr>
        <p:txBody>
          <a:bodyPr vert="horz" lIns="91440" tIns="45720" rIns="91440" bIns="45720" rtlCol="0">
            <a:normAutofit/>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75647022" name="Date Placeholder 3"/>
          <p:cNvSpPr>
            <a:spLocks noGrp="1"/>
          </p:cNvSpPr>
          <p:nvPr>
            <p:ph type="dt" sz="half" idx="2"/>
          </p:nvPr>
        </p:nvSpPr>
        <p:spPr bwMode="auto">
          <a:xfrm>
            <a:off x="815413" y="6356353"/>
            <a:ext cx="2844798" cy="365125"/>
          </a:xfrm>
          <a:prstGeom prst="rect">
            <a:avLst/>
          </a:prstGeom>
        </p:spPr>
        <p:txBody>
          <a:bodyPr vert="horz" lIns="91440" tIns="45720" rIns="91440" bIns="45720" rtlCol="0" anchor="ctr"/>
          <a:lstStyle>
            <a:lvl1pPr algn="l">
              <a:defRPr sz="1200">
                <a:solidFill>
                  <a:schemeClr val="accent6">
                    <a:lumMod val="50000"/>
                  </a:schemeClr>
                </a:solidFill>
                <a:latin typeface="+mn-lt"/>
              </a:defRPr>
            </a:lvl1pPr>
          </a:lstStyle>
          <a:p>
            <a:pPr>
              <a:defRPr/>
            </a:pPr>
            <a:fld id="{B7184183-74E9-4393-9769-E1D9236041BE}" type="datetimeFigureOut">
              <a:rPr/>
              <a:t>22.10.2013</a:t>
            </a:fld>
            <a:endParaRPr/>
          </a:p>
        </p:txBody>
      </p:sp>
      <p:sp>
        <p:nvSpPr>
          <p:cNvPr id="1749564291" name="Footer Placeholder 4"/>
          <p:cNvSpPr>
            <a:spLocks noGrp="1"/>
          </p:cNvSpPr>
          <p:nvPr>
            <p:ph type="ftr" sz="quarter" idx="3"/>
          </p:nvPr>
        </p:nvSpPr>
        <p:spPr bwMode="auto">
          <a:xfrm>
            <a:off x="4165599" y="6356353"/>
            <a:ext cx="3860799" cy="365125"/>
          </a:xfrm>
          <a:prstGeom prst="rect">
            <a:avLst/>
          </a:prstGeom>
        </p:spPr>
        <p:txBody>
          <a:bodyPr vert="horz" lIns="91440" tIns="45720" rIns="91440" bIns="45720" rtlCol="0" anchor="ctr"/>
          <a:lstStyle>
            <a:lvl1pPr algn="ctr">
              <a:defRPr sz="1200">
                <a:solidFill>
                  <a:schemeClr val="accent6">
                    <a:lumMod val="50000"/>
                  </a:schemeClr>
                </a:solidFill>
                <a:latin typeface="+mn-lt"/>
              </a:defRPr>
            </a:lvl1pPr>
          </a:lstStyle>
          <a:p>
            <a:pPr>
              <a:defRPr/>
            </a:pPr>
            <a:endParaRPr/>
          </a:p>
        </p:txBody>
      </p:sp>
      <p:sp>
        <p:nvSpPr>
          <p:cNvPr id="1833560256" name="Title 1"/>
          <p:cNvSpPr>
            <a:spLocks noGrp="1"/>
          </p:cNvSpPr>
          <p:nvPr>
            <p:ph type="title"/>
          </p:nvPr>
        </p:nvSpPr>
        <p:spPr bwMode="auto">
          <a:xfrm>
            <a:off x="787829" y="274638"/>
            <a:ext cx="10588757" cy="1143000"/>
          </a:xfrm>
          <a:prstGeom prst="rect">
            <a:avLst/>
          </a:prstGeom>
        </p:spPr>
        <p:txBody>
          <a:bodyPr vert="horz" lIns="91440" tIns="45720" rIns="91440" bIns="45720" rtlCol="0" anchor="ctr">
            <a:normAutofit/>
          </a:bodyPr>
          <a:lstStyle/>
          <a:p>
            <a:pPr>
              <a:defRPr/>
            </a:pPr>
            <a:r>
              <a:rPr/>
              <a:t>Click to edit Master title style</a:t>
            </a:r>
            <a:endParaRPr/>
          </a:p>
        </p:txBody>
      </p:sp>
      <p:sp>
        <p:nvSpPr>
          <p:cNvPr id="1547354701" name="Slide Number Placeholder 5"/>
          <p:cNvSpPr>
            <a:spLocks noGrp="1"/>
          </p:cNvSpPr>
          <p:nvPr>
            <p:ph type="sldNum" sz="quarter" idx="4"/>
          </p:nvPr>
        </p:nvSpPr>
        <p:spPr bwMode="auto">
          <a:xfrm>
            <a:off x="8592277" y="6356353"/>
            <a:ext cx="2784309" cy="365125"/>
          </a:xfrm>
          <a:prstGeom prst="rect">
            <a:avLst/>
          </a:prstGeom>
        </p:spPr>
        <p:txBody>
          <a:bodyPr vert="horz" lIns="91440" tIns="45720" rIns="91440" bIns="45720" rtlCol="0" anchor="ctr"/>
          <a:lstStyle>
            <a:lvl1pPr algn="r">
              <a:defRPr sz="1200">
                <a:solidFill>
                  <a:schemeClr val="accent6">
                    <a:lumMod val="50000"/>
                  </a:schemeClr>
                </a:solidFill>
                <a:latin typeface="+mn-lt"/>
              </a:defRPr>
            </a:lvl1pPr>
          </a:lstStyle>
          <a:p>
            <a:pPr>
              <a:defRPr/>
            </a:pPr>
            <a:fld id="{6A530004-958A-4E15-9840-E9741BECB0F3}"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ctr" defTabSz="914400" rtl="0">
        <a:spcBef>
          <a:spcPts val="0"/>
        </a:spcBef>
        <a:buNone/>
        <a:defRPr sz="4400" b="1">
          <a:solidFill>
            <a:schemeClr val="accent6">
              <a:lumMod val="50000"/>
            </a:schemeClr>
          </a:solidFill>
          <a:latin typeface="+mj-lt"/>
          <a:ea typeface="+mj-ea"/>
          <a:cs typeface="Arial"/>
        </a:defRPr>
      </a:lvl1pPr>
    </p:titleStyle>
    <p:bodyStyle>
      <a:lvl1pPr marL="342900" indent="-342900" algn="l" defTabSz="914400" rtl="0">
        <a:spcBef>
          <a:spcPts val="0"/>
        </a:spcBef>
        <a:buFont typeface="Arial"/>
        <a:buChar char="•"/>
        <a:defRPr sz="3200">
          <a:solidFill>
            <a:schemeClr val="accent6">
              <a:lumMod val="50000"/>
            </a:schemeClr>
          </a:solidFill>
          <a:latin typeface="+mn-lt"/>
          <a:ea typeface="+mn-ea"/>
          <a:cs typeface="+mn-cs"/>
        </a:defRPr>
      </a:lvl1pPr>
      <a:lvl2pPr marL="742950" indent="-285750" algn="l" defTabSz="914400" rtl="0">
        <a:spcBef>
          <a:spcPts val="0"/>
        </a:spcBef>
        <a:buFont typeface="Arial"/>
        <a:buChar char="–"/>
        <a:defRPr sz="2800">
          <a:solidFill>
            <a:schemeClr val="accent6">
              <a:lumMod val="50000"/>
            </a:schemeClr>
          </a:solidFill>
          <a:latin typeface="+mn-lt"/>
          <a:ea typeface="+mn-ea"/>
          <a:cs typeface="+mn-cs"/>
        </a:defRPr>
      </a:lvl2pPr>
      <a:lvl3pPr marL="1143000" indent="-228600" algn="l" defTabSz="914400" rtl="0">
        <a:spcBef>
          <a:spcPts val="0"/>
        </a:spcBef>
        <a:buFont typeface="Arial"/>
        <a:buChar char="•"/>
        <a:defRPr sz="2400">
          <a:solidFill>
            <a:schemeClr val="accent6">
              <a:lumMod val="50000"/>
            </a:schemeClr>
          </a:solidFill>
          <a:latin typeface="+mn-lt"/>
          <a:ea typeface="+mn-ea"/>
          <a:cs typeface="+mn-cs"/>
        </a:defRPr>
      </a:lvl3pPr>
      <a:lvl4pPr marL="1600200" indent="-228600" algn="l" defTabSz="914400" rtl="0">
        <a:spcBef>
          <a:spcPts val="0"/>
        </a:spcBef>
        <a:buFont typeface="Arial"/>
        <a:buChar char="–"/>
        <a:defRPr sz="2000">
          <a:solidFill>
            <a:schemeClr val="accent6">
              <a:lumMod val="50000"/>
            </a:schemeClr>
          </a:solidFill>
          <a:latin typeface="+mn-lt"/>
          <a:ea typeface="+mn-ea"/>
          <a:cs typeface="+mn-cs"/>
        </a:defRPr>
      </a:lvl4pPr>
      <a:lvl5pPr marL="2057400" indent="-228600" algn="l" defTabSz="914400" rtl="0">
        <a:spcBef>
          <a:spcPts val="0"/>
        </a:spcBef>
        <a:buFont typeface="Arial"/>
        <a:buChar char="»"/>
        <a:defRPr sz="2000">
          <a:solidFill>
            <a:schemeClr val="accent6">
              <a:lumMod val="50000"/>
            </a:schemeClr>
          </a:solidFill>
          <a:latin typeface="+mn-lt"/>
          <a:ea typeface="+mn-ea"/>
          <a:cs typeface="+mn-cs"/>
        </a:defRPr>
      </a:lvl5pPr>
      <a:lvl6pPr marL="2514599"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2221175" name="Title 1"/>
          <p:cNvSpPr>
            <a:spLocks noGrp="1"/>
          </p:cNvSpPr>
          <p:nvPr>
            <p:ph type="ctrTitle"/>
          </p:nvPr>
        </p:nvSpPr>
        <p:spPr bwMode="auto">
          <a:xfrm flipH="0" flipV="0">
            <a:off x="592578" y="1868622"/>
            <a:ext cx="7494279" cy="3120215"/>
          </a:xfrm>
        </p:spPr>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accent6">
                    <a:lumMod val="50000"/>
                  </a:schemeClr>
                </a:solidFill>
                <a:latin typeface="Arial"/>
                <a:ea typeface="Arial"/>
                <a:cs typeface="Arial"/>
              </a:rPr>
              <a:t>Bellabeat Case Study</a:t>
            </a:r>
            <a:r>
              <a:rPr lang="en-US" sz="4400" b="1" i="0" u="none" strike="noStrike" cap="none" spc="0">
                <a:solidFill>
                  <a:schemeClr val="accent6">
                    <a:lumMod val="50000"/>
                  </a:schemeClr>
                </a:solidFill>
                <a:latin typeface="Arial"/>
                <a:ea typeface="Arial"/>
                <a:cs typeface="Arial"/>
              </a:rPr>
              <a:t>  </a:t>
            </a:r>
            <a:endParaRPr lang="en-US" sz="4400" b="1" i="0" u="none" strike="noStrike" cap="none" spc="0">
              <a:solidFill>
                <a:schemeClr val="accent6">
                  <a:lumMod val="50000"/>
                </a:schemeClr>
              </a:solidFill>
              <a:latin typeface="Arial"/>
              <a:cs typeface="Arial"/>
            </a:endParaRPr>
          </a:p>
          <a:p>
            <a:pPr>
              <a:defRPr/>
            </a:pPr>
            <a:r>
              <a:rPr lang="en-US" sz="4400" b="1" i="0" u="none" strike="noStrike" cap="none" spc="0">
                <a:solidFill>
                  <a:schemeClr val="accent6">
                    <a:lumMod val="50000"/>
                  </a:schemeClr>
                </a:solidFill>
                <a:latin typeface="Arial"/>
                <a:ea typeface="Arial"/>
                <a:cs typeface="Arial"/>
              </a:rPr>
              <a:t>Movement Patterns Personas, and Product Opportunities</a:t>
            </a:r>
            <a:endParaRPr lang="en-US"/>
          </a:p>
        </p:txBody>
      </p:sp>
      <p:sp>
        <p:nvSpPr>
          <p:cNvPr id="1583042242" name="Subtitle 2"/>
          <p:cNvSpPr>
            <a:spLocks noGrp="1"/>
          </p:cNvSpPr>
          <p:nvPr>
            <p:ph type="subTitle" idx="1"/>
          </p:nvPr>
        </p:nvSpPr>
        <p:spPr bwMode="auto"/>
        <p:txBody>
          <a:bodyPr/>
          <a:lstStyle/>
          <a:p>
            <a:pPr>
              <a:defRPr/>
            </a:pPr>
            <a:r>
              <a:rPr lang="en-US" sz="2000" b="1" i="0" u="none" strike="noStrike" cap="none" spc="0">
                <a:solidFill>
                  <a:schemeClr val="bg1"/>
                </a:solidFill>
                <a:latin typeface="Arial"/>
                <a:ea typeface="Arial"/>
                <a:cs typeface="Arial"/>
              </a:rPr>
              <a:t>Exploratory Data Analysis &amp; Behavioral Insights</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6589834" name=""/>
          <p:cNvSpPr/>
          <p:nvPr/>
        </p:nvSpPr>
        <p:spPr bwMode="auto">
          <a:xfrm flipH="0" flipV="0">
            <a:off x="1453989" y="238224"/>
            <a:ext cx="5171071" cy="64044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3600" b="1" i="0" u="none">
                <a:solidFill>
                  <a:srgbClr val="000000"/>
                </a:solidFill>
                <a:latin typeface="Arial"/>
                <a:ea typeface="Arial"/>
                <a:cs typeface="Arial"/>
              </a:rPr>
              <a:t>Executive </a:t>
            </a:r>
            <a:r>
              <a:rPr sz="3600" b="1" i="0" u="none">
                <a:solidFill>
                  <a:srgbClr val="000000"/>
                </a:solidFill>
                <a:latin typeface="Arial"/>
                <a:ea typeface="Arial"/>
                <a:cs typeface="Arial"/>
              </a:rPr>
              <a:t>Summary</a:t>
            </a:r>
            <a:endParaRPr sz="3600">
              <a:latin typeface="Arial"/>
              <a:cs typeface="Arial"/>
            </a:endParaRPr>
          </a:p>
        </p:txBody>
      </p:sp>
      <p:sp>
        <p:nvSpPr>
          <p:cNvPr id="1755347974" name=""/>
          <p:cNvSpPr txBox="1"/>
          <p:nvPr/>
        </p:nvSpPr>
        <p:spPr bwMode="auto">
          <a:xfrm rot="0" flipH="0" flipV="0">
            <a:off x="1453988" y="1854867"/>
            <a:ext cx="9647487" cy="405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283879" indent="-283879">
              <a:buFont typeface="Arial"/>
              <a:buChar char="•"/>
              <a:defRPr/>
            </a:pPr>
            <a:r>
              <a:rPr lang="en-US" sz="2600" b="0" i="0" u="none" strike="noStrike" cap="none" spc="0">
                <a:solidFill>
                  <a:schemeClr val="tx1"/>
                </a:solidFill>
                <a:latin typeface="Arial"/>
                <a:ea typeface="Arial"/>
                <a:cs typeface="Arial"/>
              </a:rPr>
              <a:t>Daily and hourly movement show clear, repeatable patterns</a:t>
            </a:r>
            <a:endParaRPr sz="2600" b="0" i="0" u="none" strike="noStrike" cap="none" spc="0">
              <a:solidFill>
                <a:schemeClr val="tx1"/>
              </a:solidFill>
              <a:latin typeface="Arial"/>
              <a:cs typeface="Arial"/>
            </a:endParaRPr>
          </a:p>
          <a:p>
            <a:pPr marL="283879" indent="-283879">
              <a:buFont typeface="Arial"/>
              <a:buChar char="•"/>
              <a:defRPr/>
            </a:pPr>
            <a:endParaRPr sz="2600" b="0" i="0" u="none" strike="noStrike" cap="none" spc="0">
              <a:solidFill>
                <a:schemeClr val="tx1"/>
              </a:solidFill>
              <a:latin typeface="Arial"/>
              <a:cs typeface="Arial"/>
            </a:endParaRPr>
          </a:p>
          <a:p>
            <a:pPr marL="283879" indent="-283879">
              <a:buFont typeface="Arial"/>
              <a:buChar char="•"/>
              <a:defRPr/>
            </a:pPr>
            <a:r>
              <a:rPr lang="en-US" sz="2600" b="0" i="0" u="none" strike="noStrike" cap="none" spc="0">
                <a:solidFill>
                  <a:schemeClr val="tx1"/>
                </a:solidFill>
                <a:latin typeface="Arial"/>
                <a:ea typeface="Arial"/>
                <a:cs typeface="Arial"/>
              </a:rPr>
              <a:t>Four personas emerge with distinct activity rhythms</a:t>
            </a:r>
            <a:endParaRPr sz="2600" b="0" i="0" u="none" strike="noStrike" cap="none" spc="0">
              <a:solidFill>
                <a:schemeClr val="tx1"/>
              </a:solidFill>
              <a:latin typeface="Arial"/>
              <a:cs typeface="Arial"/>
            </a:endParaRPr>
          </a:p>
          <a:p>
            <a:pPr marL="283879" indent="-283879">
              <a:buFont typeface="Arial"/>
              <a:buChar char="•"/>
              <a:defRPr/>
            </a:pPr>
            <a:endParaRPr sz="2600" b="0" i="0" u="none" strike="noStrike" cap="none" spc="0">
              <a:solidFill>
                <a:schemeClr val="tx1"/>
              </a:solidFill>
              <a:latin typeface="Arial"/>
              <a:cs typeface="Arial"/>
            </a:endParaRPr>
          </a:p>
          <a:p>
            <a:pPr marL="283879" indent="-283879">
              <a:buFont typeface="Arial"/>
              <a:buChar char="•"/>
              <a:defRPr/>
            </a:pPr>
            <a:r>
              <a:rPr lang="en-US" sz="2600" b="0" i="0" u="none" strike="noStrike" cap="none" spc="0">
                <a:solidFill>
                  <a:schemeClr val="tx1"/>
                </a:solidFill>
                <a:latin typeface="Arial"/>
                <a:ea typeface="Arial"/>
                <a:cs typeface="Arial"/>
              </a:rPr>
              <a:t>Hourly profiles reveal morning, midday, and evening tendencies</a:t>
            </a:r>
            <a:endParaRPr sz="2600" b="0" i="0" u="none" strike="noStrike" cap="none" spc="0">
              <a:solidFill>
                <a:schemeClr val="tx1"/>
              </a:solidFill>
              <a:latin typeface="Arial"/>
              <a:cs typeface="Arial"/>
            </a:endParaRPr>
          </a:p>
          <a:p>
            <a:pPr marL="283879" indent="-283879">
              <a:buFont typeface="Arial"/>
              <a:buChar char="•"/>
              <a:defRPr/>
            </a:pPr>
            <a:endParaRPr sz="2600" b="0" i="0" u="none" strike="noStrike" cap="none" spc="0">
              <a:solidFill>
                <a:schemeClr val="tx1"/>
              </a:solidFill>
              <a:latin typeface="Arial"/>
              <a:cs typeface="Arial"/>
            </a:endParaRPr>
          </a:p>
          <a:p>
            <a:pPr marL="283879" indent="-283879">
              <a:buFont typeface="Arial"/>
              <a:buChar char="•"/>
              <a:defRPr/>
            </a:pPr>
            <a:r>
              <a:rPr lang="en-US" sz="2600" b="0" i="0" u="none" strike="noStrike" cap="none" spc="0">
                <a:solidFill>
                  <a:schemeClr val="tx1"/>
                </a:solidFill>
                <a:latin typeface="Arial"/>
                <a:ea typeface="Arial"/>
                <a:cs typeface="Arial"/>
              </a:rPr>
              <a:t>Sleep data is limited but adds helpful context</a:t>
            </a:r>
            <a:endParaRPr sz="2600" b="0" i="0" u="none" strike="noStrike" cap="none" spc="0">
              <a:solidFill>
                <a:schemeClr val="tx1"/>
              </a:solidFill>
              <a:latin typeface="Arial"/>
              <a:cs typeface="Arial"/>
            </a:endParaRPr>
          </a:p>
          <a:p>
            <a:pPr marL="283879" indent="-283879">
              <a:buFont typeface="Arial"/>
              <a:buChar char="•"/>
              <a:defRPr/>
            </a:pPr>
            <a:endParaRPr sz="2600" b="0" i="0" u="none" strike="noStrike" cap="none" spc="0">
              <a:solidFill>
                <a:schemeClr val="tx1"/>
              </a:solidFill>
              <a:latin typeface="Arial"/>
              <a:cs typeface="Arial"/>
            </a:endParaRPr>
          </a:p>
          <a:p>
            <a:pPr marL="283879" indent="-283879">
              <a:buFont typeface="Arial"/>
              <a:buChar char="•"/>
              <a:defRPr/>
            </a:pPr>
            <a:r>
              <a:rPr lang="en-US" sz="2600" b="0" i="0" u="none" strike="noStrike" cap="none" spc="0">
                <a:solidFill>
                  <a:schemeClr val="tx1"/>
                </a:solidFill>
                <a:latin typeface="Arial"/>
                <a:ea typeface="Arial"/>
                <a:cs typeface="Arial"/>
              </a:rPr>
              <a:t>Findings support features aligned with routines and time of day</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4461155" name=""/>
          <p:cNvSpPr/>
          <p:nvPr/>
        </p:nvSpPr>
        <p:spPr bwMode="auto">
          <a:xfrm flipH="0" flipV="0">
            <a:off x="1440028" y="259480"/>
            <a:ext cx="4722416" cy="64044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3600" b="1" i="0" u="none">
                <a:solidFill>
                  <a:srgbClr val="000000"/>
                </a:solidFill>
                <a:latin typeface="Arial"/>
                <a:ea typeface="Arial"/>
                <a:cs typeface="Arial"/>
              </a:rPr>
              <a:t>Problem </a:t>
            </a:r>
            <a:r>
              <a:rPr sz="3600" b="1" i="0" u="none">
                <a:solidFill>
                  <a:srgbClr val="000000"/>
                </a:solidFill>
                <a:latin typeface="Arial"/>
                <a:ea typeface="Arial"/>
                <a:cs typeface="Arial"/>
              </a:rPr>
              <a:t>Statement</a:t>
            </a:r>
            <a:endParaRPr sz="3600">
              <a:latin typeface="Arial"/>
              <a:cs typeface="Arial"/>
            </a:endParaRPr>
          </a:p>
        </p:txBody>
      </p:sp>
      <p:sp>
        <p:nvSpPr>
          <p:cNvPr id="546723926" name=""/>
          <p:cNvSpPr txBox="1"/>
          <p:nvPr/>
        </p:nvSpPr>
        <p:spPr bwMode="auto">
          <a:xfrm rot="0" flipH="0" flipV="0">
            <a:off x="1440027" y="1684419"/>
            <a:ext cx="9132188" cy="36579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600" b="0" i="0" u="none" strike="noStrike" cap="none" spc="0">
                <a:solidFill>
                  <a:schemeClr val="tx1"/>
                </a:solidFill>
                <a:latin typeface="Arial"/>
                <a:ea typeface="Arial"/>
                <a:cs typeface="Arial"/>
              </a:rPr>
              <a:t>Bellabeat wants to understand:</a:t>
            </a:r>
            <a:endParaRPr lang="en-US" sz="2600" b="0" i="0" u="none" strike="noStrike" cap="none" spc="0">
              <a:solidFill>
                <a:schemeClr val="tx1"/>
              </a:solidFill>
              <a:latin typeface="Arial"/>
              <a:cs typeface="Arial"/>
            </a:endParaRPr>
          </a:p>
          <a:p>
            <a:pPr>
              <a:defRPr/>
            </a:pPr>
            <a:endParaRPr lang="en-US" sz="2600" b="0" i="0" u="none" strike="noStrike" cap="none" spc="0">
              <a:solidFill>
                <a:schemeClr val="tx1"/>
              </a:solidFill>
              <a:latin typeface="Arial"/>
              <a:cs typeface="Arial"/>
            </a:endParaRPr>
          </a:p>
          <a:p>
            <a:pPr marL="371994" indent="-371994">
              <a:buFont typeface="Arial"/>
              <a:buChar char="•"/>
              <a:defRPr/>
            </a:pPr>
            <a:r>
              <a:rPr lang="en-US" sz="2600" b="0" i="0" u="none" strike="noStrike" cap="none" spc="0">
                <a:solidFill>
                  <a:schemeClr val="tx1"/>
                </a:solidFill>
                <a:latin typeface="Arial"/>
                <a:ea typeface="Arial"/>
                <a:cs typeface="Arial"/>
              </a:rPr>
              <a:t>How users move throughout the day</a:t>
            </a:r>
            <a:endParaRPr lang="en-US" sz="2600" b="0" i="0" u="none" strike="noStrike" cap="none" spc="0">
              <a:solidFill>
                <a:schemeClr val="tx1"/>
              </a:solidFill>
              <a:latin typeface="Arial"/>
              <a:cs typeface="Arial"/>
            </a:endParaRPr>
          </a:p>
          <a:p>
            <a:pPr marL="283879" indent="-283879">
              <a:buFont typeface="Arial"/>
              <a:buChar char="•"/>
              <a:defRPr/>
            </a:pPr>
            <a:endParaRPr lang="en-US" sz="2600" b="0" i="0" u="none" strike="noStrike" cap="none" spc="0">
              <a:solidFill>
                <a:schemeClr val="tx1"/>
              </a:solidFill>
              <a:latin typeface="Arial"/>
              <a:cs typeface="Arial"/>
            </a:endParaRPr>
          </a:p>
          <a:p>
            <a:pPr marL="371994" indent="-371994">
              <a:buFont typeface="Arial"/>
              <a:buChar char="•"/>
              <a:defRPr/>
            </a:pPr>
            <a:r>
              <a:rPr lang="en-US" sz="2600" b="0" i="0" u="none" strike="noStrike" cap="none" spc="0">
                <a:solidFill>
                  <a:schemeClr val="tx1"/>
                </a:solidFill>
                <a:latin typeface="Arial"/>
                <a:ea typeface="Arial"/>
                <a:cs typeface="Arial"/>
              </a:rPr>
              <a:t>What patterns define different types of movers</a:t>
            </a:r>
            <a:endParaRPr lang="en-US" sz="2600" b="0" i="0" u="none" strike="noStrike" cap="none" spc="0">
              <a:solidFill>
                <a:schemeClr val="tx1"/>
              </a:solidFill>
              <a:latin typeface="Arial"/>
              <a:cs typeface="Arial"/>
            </a:endParaRPr>
          </a:p>
          <a:p>
            <a:pPr marL="283879" indent="-283879">
              <a:buFont typeface="Arial"/>
              <a:buChar char="•"/>
              <a:defRPr/>
            </a:pPr>
            <a:endParaRPr lang="en-US" sz="2600" b="0" i="0" u="none" strike="noStrike" cap="none" spc="0">
              <a:solidFill>
                <a:schemeClr val="tx1"/>
              </a:solidFill>
              <a:latin typeface="Arial"/>
              <a:cs typeface="Arial"/>
            </a:endParaRPr>
          </a:p>
          <a:p>
            <a:pPr marL="371994" indent="-371994">
              <a:buFont typeface="Arial"/>
              <a:buChar char="•"/>
              <a:defRPr/>
            </a:pPr>
            <a:r>
              <a:rPr lang="en-US" sz="2600" b="0" i="0" u="none" strike="noStrike" cap="none" spc="0">
                <a:solidFill>
                  <a:schemeClr val="tx1"/>
                </a:solidFill>
                <a:latin typeface="Arial"/>
                <a:ea typeface="Arial"/>
                <a:cs typeface="Arial"/>
              </a:rPr>
              <a:t>How these patterns can guide product design</a:t>
            </a:r>
            <a:endParaRPr lang="en-US" sz="2600" b="0" i="0" u="none" strike="noStrike" cap="none" spc="0">
              <a:solidFill>
                <a:schemeClr val="tx1"/>
              </a:solidFill>
              <a:latin typeface="Arial"/>
              <a:cs typeface="Arial"/>
            </a:endParaRPr>
          </a:p>
          <a:p>
            <a:pPr marL="283879" indent="-283879">
              <a:buFont typeface="Arial"/>
              <a:buChar char="•"/>
              <a:defRPr/>
            </a:pPr>
            <a:endParaRPr lang="en-US" sz="2600" b="0" i="0" u="none" strike="noStrike" cap="none" spc="0">
              <a:solidFill>
                <a:schemeClr val="tx1"/>
              </a:solidFill>
              <a:latin typeface="Arial"/>
              <a:cs typeface="Arial"/>
            </a:endParaRPr>
          </a:p>
          <a:p>
            <a:pPr marL="349965" indent="-349965" algn="l">
              <a:buFont typeface="Arial"/>
              <a:buChar char="•"/>
              <a:defRPr/>
            </a:pPr>
            <a:r>
              <a:rPr lang="en-US" sz="2600" b="0" i="0" u="none" strike="noStrike" cap="none" spc="0">
                <a:solidFill>
                  <a:schemeClr val="tx1"/>
                </a:solidFill>
                <a:latin typeface="Arial"/>
                <a:ea typeface="Arial"/>
                <a:cs typeface="Arial"/>
              </a:rPr>
              <a:t>What insights remain reliable despite limited sleep data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6855331" name=""/>
          <p:cNvSpPr txBox="1"/>
          <p:nvPr/>
        </p:nvSpPr>
        <p:spPr bwMode="auto">
          <a:xfrm rot="0" flipH="0" flipV="0">
            <a:off x="1134000" y="278330"/>
            <a:ext cx="3513197"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Data </a:t>
            </a:r>
            <a:r>
              <a:rPr sz="3600" b="1"/>
              <a:t>Sources</a:t>
            </a:r>
            <a:endParaRPr sz="2400"/>
          </a:p>
        </p:txBody>
      </p:sp>
      <p:sp>
        <p:nvSpPr>
          <p:cNvPr id="1246878456" name=""/>
          <p:cNvSpPr txBox="1"/>
          <p:nvPr/>
        </p:nvSpPr>
        <p:spPr bwMode="auto">
          <a:xfrm rot="0" flipH="0" flipV="0">
            <a:off x="1134000" y="1681211"/>
            <a:ext cx="6021442" cy="2865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71994" indent="-371994" algn="l">
              <a:buFont typeface="Arial"/>
              <a:buChar char="•"/>
              <a:defRPr/>
            </a:pPr>
            <a:r>
              <a:rPr sz="2600"/>
              <a:t>Daily activity summaries</a:t>
            </a:r>
            <a:endParaRPr sz="2600"/>
          </a:p>
          <a:p>
            <a:pPr marL="371994" indent="-371994" algn="l">
              <a:buFont typeface="Arial"/>
              <a:buChar char="•"/>
              <a:defRPr/>
            </a:pPr>
            <a:endParaRPr sz="2600"/>
          </a:p>
          <a:p>
            <a:pPr marL="371994" indent="-371994" algn="l">
              <a:buFont typeface="Arial"/>
              <a:buChar char="•"/>
              <a:defRPr/>
            </a:pPr>
            <a:r>
              <a:rPr sz="2600"/>
              <a:t>Hourly </a:t>
            </a:r>
            <a:r>
              <a:rPr lang="en-GB" sz="2600"/>
              <a:t>step </a:t>
            </a:r>
            <a:r>
              <a:rPr sz="2600"/>
              <a:t>data</a:t>
            </a:r>
            <a:endParaRPr sz="2600"/>
          </a:p>
          <a:p>
            <a:pPr marL="371994" indent="-371994" algn="l">
              <a:buFont typeface="Arial"/>
              <a:buChar char="•"/>
              <a:defRPr/>
            </a:pPr>
            <a:endParaRPr sz="2600"/>
          </a:p>
          <a:p>
            <a:pPr marL="371994" indent="-371994" algn="l">
              <a:buFont typeface="Arial"/>
              <a:buChar char="•"/>
              <a:defRPr/>
            </a:pPr>
            <a:r>
              <a:rPr sz="2600"/>
              <a:t>Sleep logs (limited coverage)</a:t>
            </a:r>
            <a:endParaRPr sz="2600"/>
          </a:p>
          <a:p>
            <a:pPr marL="371994" indent="-371994" algn="l">
              <a:buFont typeface="Arial"/>
              <a:buChar char="•"/>
              <a:defRPr/>
            </a:pPr>
            <a:endParaRPr sz="2600"/>
          </a:p>
          <a:p>
            <a:pPr marL="371994" indent="-371994" algn="l">
              <a:buFont typeface="Arial"/>
              <a:buChar char="•"/>
              <a:defRPr/>
            </a:pPr>
            <a:r>
              <a:rPr sz="2600"/>
              <a:t>31 users, one month of data (2016)</a:t>
            </a:r>
            <a:endParaRPr/>
          </a:p>
        </p:txBody>
      </p:sp>
      <p:pic>
        <p:nvPicPr>
          <p:cNvPr id="1923373075" name=""/>
          <p:cNvPicPr>
            <a:picLocks noChangeAspect="1"/>
          </p:cNvPicPr>
          <p:nvPr/>
        </p:nvPicPr>
        <p:blipFill rotWithShape="1">
          <a:blip r:embed="rId3"/>
          <a:stretch/>
        </p:blipFill>
        <p:spPr bwMode="auto">
          <a:xfrm>
            <a:off x="7499684" y="1812256"/>
            <a:ext cx="4400550" cy="14763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0569257" name=""/>
          <p:cNvSpPr txBox="1"/>
          <p:nvPr/>
        </p:nvSpPr>
        <p:spPr bwMode="auto">
          <a:xfrm rot="0" flipH="0" flipV="0">
            <a:off x="881580" y="428725"/>
            <a:ext cx="6088814"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Methodology Overview</a:t>
            </a:r>
            <a:endParaRPr b="1"/>
          </a:p>
        </p:txBody>
      </p:sp>
      <p:sp>
        <p:nvSpPr>
          <p:cNvPr id="392854275" name=""/>
          <p:cNvSpPr txBox="1"/>
          <p:nvPr/>
        </p:nvSpPr>
        <p:spPr bwMode="auto">
          <a:xfrm rot="0" flipH="0" flipV="0">
            <a:off x="968170" y="1341307"/>
            <a:ext cx="5652194" cy="5216943"/>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71994" indent="-371994">
              <a:buFont typeface="Arial"/>
              <a:buChar char="•"/>
              <a:defRPr/>
            </a:pPr>
            <a:r>
              <a:rPr lang="en-US" sz="2400" b="0" i="0" u="none" strike="noStrike" cap="none" spc="0">
                <a:solidFill>
                  <a:schemeClr val="tx1"/>
                </a:solidFill>
                <a:latin typeface="Arial"/>
                <a:ea typeface="Arial"/>
                <a:cs typeface="Arial"/>
              </a:rPr>
              <a:t>Clean and standardize data</a:t>
            </a:r>
            <a:endParaRPr sz="2400" b="0" i="0" u="none" strike="noStrike" cap="none" spc="0">
              <a:solidFill>
                <a:schemeClr val="tx1"/>
              </a:solidFill>
              <a:latin typeface="Arial"/>
              <a:cs typeface="Arial"/>
            </a:endParaRPr>
          </a:p>
          <a:p>
            <a:pPr marL="371994" indent="-371994">
              <a:buFont typeface="Arial"/>
              <a:buChar char="•"/>
              <a:defRPr/>
            </a:pPr>
            <a:endParaRPr sz="2400" b="0" i="0" u="none" strike="noStrike" cap="none" spc="0">
              <a:solidFill>
                <a:schemeClr val="tx1"/>
              </a:solidFill>
              <a:latin typeface="Arial"/>
              <a:cs typeface="Arial"/>
            </a:endParaRPr>
          </a:p>
          <a:p>
            <a:pPr marL="371994" indent="-371994">
              <a:buFont typeface="Arial"/>
              <a:buChar char="•"/>
              <a:defRPr/>
            </a:pPr>
            <a:r>
              <a:rPr lang="en-US" sz="2400" b="0" i="0" u="none" strike="noStrike" cap="none" spc="0">
                <a:solidFill>
                  <a:schemeClr val="tx1"/>
                </a:solidFill>
                <a:latin typeface="Arial"/>
                <a:ea typeface="Arial"/>
                <a:cs typeface="Arial"/>
              </a:rPr>
              <a:t>Run statistical checks on distributions and outliers</a:t>
            </a:r>
            <a:endParaRPr sz="2400" b="0" i="0" u="none" strike="noStrike" cap="none" spc="0">
              <a:solidFill>
                <a:schemeClr val="tx1"/>
              </a:solidFill>
              <a:latin typeface="Arial"/>
              <a:cs typeface="Arial"/>
            </a:endParaRPr>
          </a:p>
          <a:p>
            <a:pPr marL="371994" indent="-371994">
              <a:buFont typeface="Arial"/>
              <a:buChar char="•"/>
              <a:defRPr/>
            </a:pPr>
            <a:endParaRPr sz="2400" b="0" i="0" u="none" strike="noStrike" cap="none" spc="0">
              <a:solidFill>
                <a:schemeClr val="tx1"/>
              </a:solidFill>
              <a:latin typeface="Arial"/>
              <a:cs typeface="Arial"/>
            </a:endParaRPr>
          </a:p>
          <a:p>
            <a:pPr marL="371994" indent="-371994">
              <a:buFont typeface="Arial"/>
              <a:buChar char="•"/>
              <a:defRPr/>
            </a:pPr>
            <a:r>
              <a:rPr lang="en-US" sz="2400" b="0" i="0" u="none" strike="noStrike" cap="none" spc="0">
                <a:solidFill>
                  <a:schemeClr val="tx1"/>
                </a:solidFill>
                <a:latin typeface="Arial"/>
                <a:ea typeface="Arial"/>
                <a:cs typeface="Arial"/>
              </a:rPr>
              <a:t>Build features for movement intensity</a:t>
            </a:r>
            <a:endParaRPr sz="2400" b="0" i="0" u="none" strike="noStrike" cap="none" spc="0">
              <a:solidFill>
                <a:schemeClr val="tx1"/>
              </a:solidFill>
              <a:latin typeface="Arial"/>
              <a:cs typeface="Arial"/>
            </a:endParaRPr>
          </a:p>
          <a:p>
            <a:pPr marL="371994" indent="-371994">
              <a:buFont typeface="Arial"/>
              <a:buChar char="•"/>
              <a:defRPr/>
            </a:pPr>
            <a:endParaRPr sz="2400" b="0" i="0" u="none" strike="noStrike" cap="none" spc="0">
              <a:solidFill>
                <a:schemeClr val="tx1"/>
              </a:solidFill>
              <a:latin typeface="Arial"/>
              <a:cs typeface="Arial"/>
            </a:endParaRPr>
          </a:p>
          <a:p>
            <a:pPr marL="371994" indent="-371994">
              <a:buFont typeface="Arial"/>
              <a:buChar char="•"/>
              <a:defRPr/>
            </a:pPr>
            <a:r>
              <a:rPr lang="en-US" sz="2400" b="0" i="0" u="none" strike="noStrike" cap="none" spc="0">
                <a:solidFill>
                  <a:schemeClr val="tx1"/>
                </a:solidFill>
                <a:latin typeface="Arial"/>
                <a:ea typeface="Arial"/>
                <a:cs typeface="Arial"/>
              </a:rPr>
              <a:t>Cluster users with K‑Means</a:t>
            </a:r>
            <a:endParaRPr sz="2400" b="0" i="0" u="none" strike="noStrike" cap="none" spc="0">
              <a:solidFill>
                <a:schemeClr val="tx1"/>
              </a:solidFill>
              <a:latin typeface="Arial"/>
              <a:cs typeface="Arial"/>
            </a:endParaRPr>
          </a:p>
          <a:p>
            <a:pPr marL="371994" indent="-371994">
              <a:buFont typeface="Arial"/>
              <a:buChar char="•"/>
              <a:defRPr/>
            </a:pPr>
            <a:endParaRPr sz="2400" b="0" i="0" u="none" strike="noStrike" cap="none" spc="0">
              <a:solidFill>
                <a:schemeClr val="tx1"/>
              </a:solidFill>
              <a:latin typeface="Arial"/>
              <a:cs typeface="Arial"/>
            </a:endParaRPr>
          </a:p>
          <a:p>
            <a:pPr marL="371994" indent="-371994">
              <a:buFont typeface="Arial"/>
              <a:buChar char="•"/>
              <a:defRPr/>
            </a:pPr>
            <a:r>
              <a:rPr lang="en-US" sz="2400" b="0" i="0" u="none" strike="noStrike" cap="none" spc="0">
                <a:solidFill>
                  <a:schemeClr val="tx1"/>
                </a:solidFill>
                <a:latin typeface="Arial"/>
                <a:ea typeface="Arial"/>
                <a:cs typeface="Arial"/>
              </a:rPr>
              <a:t>Study daily, hourly, and weekday/weekend patterns</a:t>
            </a:r>
            <a:endParaRPr sz="2400" b="0" i="0" u="none" strike="noStrike" cap="none" spc="0">
              <a:solidFill>
                <a:schemeClr val="tx1"/>
              </a:solidFill>
              <a:latin typeface="Arial"/>
              <a:cs typeface="Arial"/>
            </a:endParaRPr>
          </a:p>
          <a:p>
            <a:pPr marL="371994" indent="-371994">
              <a:buFont typeface="Arial"/>
              <a:buChar char="•"/>
              <a:defRPr/>
            </a:pPr>
            <a:endParaRPr sz="2400" b="0" i="0" u="none" strike="noStrike" cap="none" spc="0">
              <a:solidFill>
                <a:schemeClr val="tx1"/>
              </a:solidFill>
              <a:latin typeface="Arial"/>
              <a:cs typeface="Arial"/>
            </a:endParaRPr>
          </a:p>
          <a:p>
            <a:pPr marL="371994" indent="-371994">
              <a:buFont typeface="Arial"/>
              <a:buChar char="•"/>
              <a:defRPr/>
            </a:pPr>
            <a:r>
              <a:rPr lang="en-US" sz="2400" b="0" i="0" u="none" strike="noStrike" cap="none" spc="0">
                <a:solidFill>
                  <a:schemeClr val="tx1"/>
                </a:solidFill>
                <a:latin typeface="Arial"/>
                <a:ea typeface="Arial"/>
                <a:cs typeface="Arial"/>
              </a:rPr>
              <a:t>Use sleep data for context, not conclusions</a:t>
            </a:r>
            <a:endParaRPr sz="2400"/>
          </a:p>
        </p:txBody>
      </p:sp>
      <p:pic>
        <p:nvPicPr>
          <p:cNvPr id="1083876511" name=""/>
          <p:cNvPicPr>
            <a:picLocks noChangeAspect="1"/>
          </p:cNvPicPr>
          <p:nvPr/>
        </p:nvPicPr>
        <p:blipFill rotWithShape="1">
          <a:blip r:embed="rId3"/>
          <a:stretch/>
        </p:blipFill>
        <p:spPr bwMode="auto">
          <a:xfrm flipH="0" flipV="0">
            <a:off x="6818920" y="1714297"/>
            <a:ext cx="5183581" cy="18670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8839879" name=""/>
          <p:cNvSpPr txBox="1"/>
          <p:nvPr/>
        </p:nvSpPr>
        <p:spPr bwMode="auto">
          <a:xfrm rot="0" flipH="0" flipV="0">
            <a:off x="421137" y="388620"/>
            <a:ext cx="5516187"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Statistical Diagnostics</a:t>
            </a:r>
            <a:endParaRPr sz="3600" b="1"/>
          </a:p>
        </p:txBody>
      </p:sp>
      <p:sp>
        <p:nvSpPr>
          <p:cNvPr id="1829307785" name=""/>
          <p:cNvSpPr txBox="1"/>
          <p:nvPr/>
        </p:nvSpPr>
        <p:spPr bwMode="auto">
          <a:xfrm rot="0" flipH="0" flipV="0">
            <a:off x="3596792" y="2419781"/>
            <a:ext cx="6531892" cy="3026887"/>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462744181" name=""/>
          <p:cNvSpPr txBox="1"/>
          <p:nvPr/>
        </p:nvSpPr>
        <p:spPr bwMode="auto">
          <a:xfrm rot="0" flipH="0" flipV="0">
            <a:off x="484272" y="1336815"/>
            <a:ext cx="6244116" cy="3026887"/>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lgn="l">
              <a:buFont typeface="Arial"/>
              <a:buChar char="•"/>
              <a:defRPr/>
            </a:pPr>
            <a:r>
              <a:rPr sz="2400"/>
              <a:t>Vigorous activity is strongly right‑skewed</a:t>
            </a:r>
            <a:endParaRPr sz="2400"/>
          </a:p>
          <a:p>
            <a:pPr marL="349965" indent="-349965" algn="l">
              <a:buFont typeface="Arial"/>
              <a:buChar char="•"/>
              <a:defRPr/>
            </a:pPr>
            <a:endParaRPr sz="2400"/>
          </a:p>
          <a:p>
            <a:pPr marL="349965" indent="-349965" algn="l">
              <a:buFont typeface="Arial"/>
              <a:buChar char="•"/>
              <a:defRPr/>
            </a:pPr>
            <a:r>
              <a:rPr sz="2400"/>
              <a:t>Steps and calories show moderate skew</a:t>
            </a:r>
            <a:endParaRPr sz="2400"/>
          </a:p>
          <a:p>
            <a:pPr marL="349965" indent="-349965" algn="l">
              <a:buFont typeface="Arial"/>
              <a:buChar char="•"/>
              <a:defRPr/>
            </a:pPr>
            <a:endParaRPr sz="2400"/>
          </a:p>
          <a:p>
            <a:pPr marL="349965" indent="-349965" algn="l">
              <a:buFont typeface="Arial"/>
              <a:buChar char="•"/>
              <a:defRPr/>
            </a:pPr>
            <a:r>
              <a:rPr sz="2400"/>
              <a:t>Light activity and sedentary time are stable</a:t>
            </a:r>
            <a:endParaRPr sz="2400"/>
          </a:p>
          <a:p>
            <a:pPr marL="349965" indent="-349965" algn="l">
              <a:buFont typeface="Arial"/>
              <a:buChar char="•"/>
              <a:defRPr/>
            </a:pPr>
            <a:endParaRPr sz="2400"/>
          </a:p>
          <a:p>
            <a:pPr marL="349965" indent="-349965" algn="l">
              <a:buFont typeface="Arial"/>
              <a:buChar char="•"/>
              <a:defRPr/>
            </a:pPr>
            <a:r>
              <a:rPr lang="en-GB" sz="2400"/>
              <a:t>H</a:t>
            </a:r>
            <a:r>
              <a:rPr sz="2400"/>
              <a:t>igh‑activity days</a:t>
            </a:r>
            <a:r>
              <a:rPr lang="en-GB" sz="2400"/>
              <a:t> are real, not errors</a:t>
            </a:r>
            <a:endParaRPr sz="2400"/>
          </a:p>
        </p:txBody>
      </p:sp>
      <p:pic>
        <p:nvPicPr>
          <p:cNvPr id="2065876818" name=""/>
          <p:cNvPicPr>
            <a:picLocks noChangeAspect="1"/>
          </p:cNvPicPr>
          <p:nvPr/>
        </p:nvPicPr>
        <p:blipFill rotWithShape="1">
          <a:blip r:embed="rId3"/>
          <a:stretch/>
        </p:blipFill>
        <p:spPr bwMode="auto">
          <a:xfrm flipH="0" flipV="0">
            <a:off x="7087333" y="1473868"/>
            <a:ext cx="4463474" cy="26569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6058205" name=""/>
          <p:cNvSpPr txBox="1"/>
          <p:nvPr/>
        </p:nvSpPr>
        <p:spPr bwMode="auto">
          <a:xfrm rot="0" flipH="0" flipV="0">
            <a:off x="547928" y="258277"/>
            <a:ext cx="6472238"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Daily Activity Patterns</a:t>
            </a:r>
            <a:endParaRPr/>
          </a:p>
        </p:txBody>
      </p:sp>
      <p:sp>
        <p:nvSpPr>
          <p:cNvPr id="1282253427" name=""/>
          <p:cNvSpPr/>
          <p:nvPr/>
        </p:nvSpPr>
        <p:spPr bwMode="auto">
          <a:xfrm flipH="0" flipV="0">
            <a:off x="547927" y="1800324"/>
            <a:ext cx="6081518" cy="32617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marL="349965" indent="-349965">
              <a:buFont typeface="Arial"/>
              <a:buChar char="•"/>
              <a:defRPr/>
            </a:pPr>
            <a:r>
              <a:rPr sz="2600" b="0" i="0" u="none">
                <a:solidFill>
                  <a:srgbClr val="000000"/>
                </a:solidFill>
                <a:latin typeface="Arial"/>
                <a:ea typeface="Arial"/>
                <a:cs typeface="Arial"/>
              </a:rPr>
              <a:t>Median ~7,400 steps</a:t>
            </a:r>
            <a:br>
              <a:rPr sz="2600" b="0" i="0" u="none">
                <a:solidFill>
                  <a:srgbClr val="000000"/>
                </a:solidFill>
                <a:latin typeface="Arial"/>
                <a:ea typeface="Arial"/>
                <a:cs typeface="Arial"/>
              </a:rPr>
            </a:br>
            <a:endParaRPr sz="2600">
              <a:latin typeface="Arial"/>
              <a:cs typeface="Arial"/>
            </a:endParaRPr>
          </a:p>
          <a:p>
            <a:pPr marL="349965" indent="-349965">
              <a:buFont typeface="Arial"/>
              <a:buChar char="•"/>
              <a:defRPr/>
            </a:pPr>
            <a:r>
              <a:rPr sz="2600" b="0" i="0" u="none">
                <a:solidFill>
                  <a:srgbClr val="000000"/>
                </a:solidFill>
                <a:latin typeface="Arial"/>
                <a:ea typeface="Arial"/>
                <a:cs typeface="Arial"/>
              </a:rPr>
              <a:t>Light activity </a:t>
            </a:r>
            <a:r>
              <a:rPr lang="en-GB" sz="2600" b="0" i="0" u="none">
                <a:solidFill>
                  <a:srgbClr val="000000"/>
                </a:solidFill>
                <a:latin typeface="Arial"/>
                <a:ea typeface="Arial"/>
                <a:cs typeface="Arial"/>
              </a:rPr>
              <a:t>dominates most days</a:t>
            </a:r>
            <a:br>
              <a:rPr sz="2600">
                <a:latin typeface="Arial"/>
                <a:cs typeface="Arial"/>
              </a:rPr>
            </a:br>
            <a:endParaRPr sz="2600">
              <a:latin typeface="Arial"/>
              <a:cs typeface="Arial"/>
            </a:endParaRPr>
          </a:p>
          <a:p>
            <a:pPr marL="349965" indent="-349965">
              <a:buFont typeface="Arial"/>
              <a:buChar char="•"/>
              <a:defRPr/>
            </a:pPr>
            <a:r>
              <a:rPr sz="2600" b="0" i="0" u="none">
                <a:solidFill>
                  <a:srgbClr val="000000"/>
                </a:solidFill>
                <a:latin typeface="Arial"/>
                <a:ea typeface="Arial"/>
                <a:cs typeface="Arial"/>
              </a:rPr>
              <a:t>Vigorous activity is rare</a:t>
            </a:r>
            <a:br>
              <a:rPr sz="2600" b="0" i="0" u="none">
                <a:solidFill>
                  <a:srgbClr val="000000"/>
                </a:solidFill>
                <a:latin typeface="Arial"/>
                <a:ea typeface="Arial"/>
                <a:cs typeface="Arial"/>
              </a:rPr>
            </a:br>
            <a:endParaRPr sz="2600">
              <a:latin typeface="Arial"/>
              <a:cs typeface="Arial"/>
            </a:endParaRPr>
          </a:p>
          <a:p>
            <a:pPr marL="349965" indent="-349965">
              <a:buFont typeface="Arial"/>
              <a:buChar char="•"/>
              <a:defRPr/>
            </a:pPr>
            <a:r>
              <a:rPr sz="2600" b="0" i="0" u="none">
                <a:solidFill>
                  <a:srgbClr val="000000"/>
                </a:solidFill>
                <a:latin typeface="Arial"/>
                <a:ea typeface="Arial"/>
                <a:cs typeface="Arial"/>
              </a:rPr>
              <a:t>Sedentary time dominates daily routines</a:t>
            </a:r>
            <a:endParaRPr sz="2600">
              <a:latin typeface="Arial"/>
              <a:cs typeface="Arial"/>
            </a:endParaRPr>
          </a:p>
        </p:txBody>
      </p:sp>
      <p:pic>
        <p:nvPicPr>
          <p:cNvPr id="1838915549" name=""/>
          <p:cNvPicPr>
            <a:picLocks noChangeAspect="1"/>
          </p:cNvPicPr>
          <p:nvPr/>
        </p:nvPicPr>
        <p:blipFill rotWithShape="1">
          <a:blip r:embed="rId3"/>
          <a:stretch/>
        </p:blipFill>
        <p:spPr bwMode="auto">
          <a:xfrm>
            <a:off x="7329236" y="1069165"/>
            <a:ext cx="3409949" cy="2286000"/>
          </a:xfrm>
          <a:prstGeom prst="rect">
            <a:avLst/>
          </a:prstGeom>
        </p:spPr>
      </p:pic>
      <p:pic>
        <p:nvPicPr>
          <p:cNvPr id="2098643166" name=""/>
          <p:cNvPicPr>
            <a:picLocks noChangeAspect="1"/>
          </p:cNvPicPr>
          <p:nvPr/>
        </p:nvPicPr>
        <p:blipFill rotWithShape="1">
          <a:blip r:embed="rId4"/>
          <a:stretch/>
        </p:blipFill>
        <p:spPr bwMode="auto">
          <a:xfrm flipH="0" flipV="0">
            <a:off x="7750342" y="3605421"/>
            <a:ext cx="2421927" cy="29572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8783249" name=""/>
          <p:cNvSpPr txBox="1"/>
          <p:nvPr/>
        </p:nvSpPr>
        <p:spPr bwMode="auto">
          <a:xfrm rot="0" flipH="0" flipV="0">
            <a:off x="450470" y="288356"/>
            <a:ext cx="6038660"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Hourly Movement Patterns</a:t>
            </a:r>
            <a:endParaRPr b="1"/>
          </a:p>
        </p:txBody>
      </p:sp>
      <p:sp>
        <p:nvSpPr>
          <p:cNvPr id="57015259" name=""/>
          <p:cNvSpPr/>
          <p:nvPr/>
        </p:nvSpPr>
        <p:spPr bwMode="auto">
          <a:xfrm flipH="0" flipV="0">
            <a:off x="450469" y="1302660"/>
            <a:ext cx="9118176" cy="118908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marL="349965" indent="-349965">
              <a:buFont typeface="Arial"/>
              <a:buChar char="•"/>
              <a:defRPr/>
            </a:pPr>
            <a:r>
              <a:rPr sz="2400" b="0" i="0" u="none">
                <a:solidFill>
                  <a:srgbClr val="000000"/>
                </a:solidFill>
                <a:latin typeface="Arial"/>
                <a:ea typeface="Arial"/>
                <a:cs typeface="Arial"/>
              </a:rPr>
              <a:t>Clear daily rhythms emerge</a:t>
            </a:r>
            <a:r>
              <a:rPr lang="en-GB" sz="2400" b="0" i="0" u="none">
                <a:solidFill>
                  <a:srgbClr val="000000"/>
                </a:solidFill>
                <a:latin typeface="Arial"/>
                <a:ea typeface="Arial"/>
                <a:cs typeface="Arial"/>
              </a:rPr>
              <a:t> across personas</a:t>
            </a:r>
            <a:endParaRPr sz="2400">
              <a:latin typeface="Arial"/>
              <a:cs typeface="Arial"/>
            </a:endParaRPr>
          </a:p>
          <a:p>
            <a:pPr marL="349965" indent="-349965">
              <a:buFont typeface="Arial"/>
              <a:buChar char="•"/>
              <a:defRPr/>
            </a:pPr>
            <a:r>
              <a:rPr sz="2400" b="0" i="0" u="none">
                <a:solidFill>
                  <a:srgbClr val="000000"/>
                </a:solidFill>
                <a:latin typeface="Arial"/>
                <a:ea typeface="Arial"/>
                <a:cs typeface="Arial"/>
              </a:rPr>
              <a:t>Morning, </a:t>
            </a:r>
            <a:r>
              <a:rPr sz="2400" b="0" i="0" u="none">
                <a:solidFill>
                  <a:srgbClr val="000000"/>
                </a:solidFill>
                <a:latin typeface="Arial"/>
                <a:ea typeface="Arial"/>
                <a:cs typeface="Arial"/>
              </a:rPr>
              <a:t>midday</a:t>
            </a:r>
            <a:r>
              <a:rPr sz="2400" b="0" i="0" u="none">
                <a:solidFill>
                  <a:srgbClr val="000000"/>
                </a:solidFill>
                <a:latin typeface="Arial"/>
                <a:ea typeface="Arial"/>
                <a:cs typeface="Arial"/>
              </a:rPr>
              <a:t>, and evening peaks </a:t>
            </a:r>
            <a:r>
              <a:rPr lang="en-GB" sz="2400" b="0" i="0" u="none">
                <a:solidFill>
                  <a:srgbClr val="000000"/>
                </a:solidFill>
                <a:latin typeface="Arial"/>
                <a:ea typeface="Arial"/>
                <a:cs typeface="Arial"/>
              </a:rPr>
              <a:t>differ by group</a:t>
            </a:r>
            <a:endParaRPr sz="2400">
              <a:latin typeface="Arial"/>
              <a:cs typeface="Arial"/>
            </a:endParaRPr>
          </a:p>
          <a:p>
            <a:pPr marL="349965" indent="-349965">
              <a:buFont typeface="Arial"/>
              <a:buChar char="•"/>
              <a:defRPr/>
            </a:pPr>
            <a:r>
              <a:rPr sz="2400" b="0" i="0" u="none">
                <a:solidFill>
                  <a:srgbClr val="000000"/>
                </a:solidFill>
                <a:latin typeface="Arial"/>
                <a:ea typeface="Arial"/>
                <a:cs typeface="Arial"/>
              </a:rPr>
              <a:t>Hourly profiles reveal chronotype</a:t>
            </a:r>
            <a:r>
              <a:rPr lang="en-GB" sz="2400" b="0" i="0" u="none">
                <a:solidFill>
                  <a:srgbClr val="000000"/>
                </a:solidFill>
                <a:latin typeface="Arial"/>
                <a:ea typeface="Arial"/>
                <a:cs typeface="Arial"/>
              </a:rPr>
              <a:t>-like tendencies</a:t>
            </a:r>
            <a:endParaRPr sz="2400">
              <a:latin typeface="Arial"/>
              <a:cs typeface="Arial"/>
            </a:endParaRPr>
          </a:p>
        </p:txBody>
      </p:sp>
      <p:pic>
        <p:nvPicPr>
          <p:cNvPr id="775137803" name=""/>
          <p:cNvPicPr>
            <a:picLocks noChangeAspect="1"/>
          </p:cNvPicPr>
          <p:nvPr/>
        </p:nvPicPr>
        <p:blipFill rotWithShape="1">
          <a:blip r:embed="rId3"/>
          <a:stretch/>
        </p:blipFill>
        <p:spPr bwMode="auto">
          <a:xfrm flipH="0" flipV="0">
            <a:off x="450470" y="2908574"/>
            <a:ext cx="7509710" cy="36779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7169447" name=""/>
          <p:cNvSpPr txBox="1"/>
          <p:nvPr/>
        </p:nvSpPr>
        <p:spPr bwMode="auto">
          <a:xfrm rot="0" flipH="0" flipV="0">
            <a:off x="438584" y="398646"/>
            <a:ext cx="5839994"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Persona Overview</a:t>
            </a:r>
            <a:endParaRPr sz="3600" b="1"/>
          </a:p>
        </p:txBody>
      </p:sp>
      <p:sp>
        <p:nvSpPr>
          <p:cNvPr id="831988582" name=""/>
          <p:cNvSpPr txBox="1"/>
          <p:nvPr/>
        </p:nvSpPr>
        <p:spPr bwMode="auto">
          <a:xfrm rot="0" flipH="0" flipV="0">
            <a:off x="438584" y="1343356"/>
            <a:ext cx="5054518" cy="3392647"/>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2400"/>
              <a:t>Four personas identified:</a:t>
            </a:r>
            <a:endParaRPr sz="2400"/>
          </a:p>
          <a:p>
            <a:pPr algn="l">
              <a:defRPr/>
            </a:pPr>
            <a:endParaRPr sz="2400"/>
          </a:p>
          <a:p>
            <a:pPr marL="349965" indent="-349965" algn="l">
              <a:buFont typeface="Arial"/>
              <a:buChar char="•"/>
              <a:defRPr/>
            </a:pPr>
            <a:r>
              <a:rPr sz="2400"/>
              <a:t>High‑Intensity Enthusiasts</a:t>
            </a:r>
            <a:endParaRPr sz="2400"/>
          </a:p>
          <a:p>
            <a:pPr marL="349965" indent="-349965" algn="l">
              <a:buFont typeface="Arial"/>
              <a:buChar char="•"/>
              <a:defRPr/>
            </a:pPr>
            <a:endParaRPr sz="2400"/>
          </a:p>
          <a:p>
            <a:pPr marL="349965" indent="-349965" algn="l">
              <a:buFont typeface="Arial"/>
              <a:buChar char="•"/>
              <a:defRPr/>
            </a:pPr>
            <a:r>
              <a:rPr sz="2400"/>
              <a:t>Lifestyle Movers</a:t>
            </a:r>
            <a:endParaRPr sz="2400"/>
          </a:p>
          <a:p>
            <a:pPr marL="349965" indent="-349965" algn="l">
              <a:buFont typeface="Arial"/>
              <a:buChar char="•"/>
              <a:defRPr/>
            </a:pPr>
            <a:endParaRPr sz="2400"/>
          </a:p>
          <a:p>
            <a:pPr marL="349965" indent="-349965" algn="l">
              <a:buFont typeface="Arial"/>
              <a:buChar char="•"/>
              <a:defRPr/>
            </a:pPr>
            <a:r>
              <a:rPr sz="2400"/>
              <a:t>Moderate Movers</a:t>
            </a:r>
            <a:endParaRPr sz="2400"/>
          </a:p>
          <a:p>
            <a:pPr marL="349965" indent="-349965" algn="l">
              <a:buFont typeface="Arial"/>
              <a:buChar char="•"/>
              <a:defRPr/>
            </a:pPr>
            <a:endParaRPr sz="2400"/>
          </a:p>
          <a:p>
            <a:pPr marL="349965" indent="-349965" algn="l">
              <a:buFont typeface="Arial"/>
              <a:buChar char="•"/>
              <a:defRPr/>
            </a:pPr>
            <a:r>
              <a:rPr sz="2400"/>
              <a:t>Workout‑Focused Movers</a:t>
            </a:r>
            <a:endParaRPr sz="2400"/>
          </a:p>
        </p:txBody>
      </p:sp>
      <p:pic>
        <p:nvPicPr>
          <p:cNvPr id="291537744" name=""/>
          <p:cNvPicPr>
            <a:picLocks noChangeAspect="1"/>
          </p:cNvPicPr>
          <p:nvPr/>
        </p:nvPicPr>
        <p:blipFill rotWithShape="1">
          <a:blip r:embed="rId3"/>
          <a:stretch/>
        </p:blipFill>
        <p:spPr bwMode="auto">
          <a:xfrm flipH="0" flipV="0">
            <a:off x="5493102" y="480567"/>
            <a:ext cx="6319399" cy="6191043"/>
          </a:xfrm>
          <a:prstGeom prst="rect">
            <a:avLst/>
          </a:prstGeom>
        </p:spPr>
      </p:pic>
      <p:pic>
        <p:nvPicPr>
          <p:cNvPr id="1155981026" name=""/>
          <p:cNvPicPr>
            <a:picLocks noChangeAspect="1"/>
          </p:cNvPicPr>
          <p:nvPr/>
        </p:nvPicPr>
        <p:blipFill rotWithShape="1">
          <a:blip r:embed="rId4"/>
          <a:stretch/>
        </p:blipFill>
        <p:spPr bwMode="auto">
          <a:xfrm flipH="0" flipV="0">
            <a:off x="618834" y="5939773"/>
            <a:ext cx="4493269" cy="7318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0942982" name=""/>
          <p:cNvSpPr txBox="1"/>
          <p:nvPr/>
        </p:nvSpPr>
        <p:spPr bwMode="auto">
          <a:xfrm rot="0" flipH="0" flipV="0">
            <a:off x="444218" y="458804"/>
            <a:ext cx="4722097"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Persona Profiles</a:t>
            </a:r>
            <a:endParaRPr/>
          </a:p>
        </p:txBody>
      </p:sp>
      <p:pic>
        <p:nvPicPr>
          <p:cNvPr id="1692917517" name=""/>
          <p:cNvPicPr>
            <a:picLocks noChangeAspect="1"/>
          </p:cNvPicPr>
          <p:nvPr/>
        </p:nvPicPr>
        <p:blipFill rotWithShape="1">
          <a:blip r:embed="rId3"/>
          <a:stretch/>
        </p:blipFill>
        <p:spPr bwMode="auto">
          <a:xfrm flipH="0" flipV="0">
            <a:off x="542447" y="1469897"/>
            <a:ext cx="8657728" cy="425549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5579861" name=""/>
          <p:cNvSpPr txBox="1"/>
          <p:nvPr/>
        </p:nvSpPr>
        <p:spPr bwMode="auto">
          <a:xfrm rot="0" flipH="0" flipV="0">
            <a:off x="273764" y="408672"/>
            <a:ext cx="758897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Weekday vs Weekend Behavior</a:t>
            </a:r>
            <a:endParaRPr/>
          </a:p>
        </p:txBody>
      </p:sp>
      <p:sp>
        <p:nvSpPr>
          <p:cNvPr id="1464978811" name=""/>
          <p:cNvSpPr txBox="1"/>
          <p:nvPr/>
        </p:nvSpPr>
        <p:spPr bwMode="auto">
          <a:xfrm rot="0" flipH="0" flipV="0">
            <a:off x="273763" y="1330120"/>
            <a:ext cx="8118395" cy="3392647"/>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lgn="l">
              <a:buFont typeface="Arial"/>
              <a:buChar char="•"/>
              <a:defRPr/>
            </a:pPr>
            <a:r>
              <a:rPr sz="2400"/>
              <a:t>High‑Intensity Enthusiasts: intense weekdays, lighter weekends</a:t>
            </a:r>
            <a:endParaRPr sz="2400"/>
          </a:p>
          <a:p>
            <a:pPr marL="349965" indent="-349965" algn="l">
              <a:buFont typeface="Arial"/>
              <a:buChar char="•"/>
              <a:defRPr/>
            </a:pPr>
            <a:endParaRPr sz="2400"/>
          </a:p>
          <a:p>
            <a:pPr marL="349965" indent="-349965" algn="l">
              <a:buFont typeface="Arial"/>
              <a:buChar char="•"/>
              <a:defRPr/>
            </a:pPr>
            <a:r>
              <a:rPr sz="2400"/>
              <a:t>Lifestyle Movers: st</a:t>
            </a:r>
            <a:r>
              <a:rPr lang="en-GB" sz="2400"/>
              <a:t>eady</a:t>
            </a:r>
            <a:r>
              <a:rPr sz="2400"/>
              <a:t> across the week</a:t>
            </a:r>
            <a:endParaRPr sz="2400"/>
          </a:p>
          <a:p>
            <a:pPr marL="349965" indent="-349965" algn="l">
              <a:buFont typeface="Arial"/>
              <a:buChar char="•"/>
              <a:defRPr/>
            </a:pPr>
            <a:endParaRPr sz="2400"/>
          </a:p>
          <a:p>
            <a:pPr marL="349965" indent="-349965" algn="l">
              <a:buFont typeface="Arial"/>
              <a:buChar char="•"/>
              <a:defRPr/>
            </a:pPr>
            <a:r>
              <a:rPr sz="2400"/>
              <a:t>Moderate Movers: </a:t>
            </a:r>
            <a:r>
              <a:rPr lang="en-GB" sz="2400"/>
              <a:t>quieter </a:t>
            </a:r>
            <a:r>
              <a:rPr sz="2400"/>
              <a:t>weekends</a:t>
            </a:r>
            <a:endParaRPr sz="2400"/>
          </a:p>
          <a:p>
            <a:pPr marL="349965" indent="-349965" algn="l">
              <a:buFont typeface="Arial"/>
              <a:buChar char="•"/>
              <a:defRPr/>
            </a:pPr>
            <a:endParaRPr sz="2400"/>
          </a:p>
          <a:p>
            <a:pPr marL="349965" indent="-349965" algn="l">
              <a:buFont typeface="Arial"/>
              <a:buChar char="•"/>
              <a:defRPr/>
            </a:pPr>
            <a:r>
              <a:rPr sz="2400"/>
              <a:t>Workout‑Focused Movers: more workouts </a:t>
            </a:r>
            <a:br>
              <a:rPr sz="2400"/>
            </a:br>
            <a:r>
              <a:rPr sz="2400"/>
              <a:t>on weekends</a:t>
            </a:r>
            <a:endParaRPr/>
          </a:p>
        </p:txBody>
      </p:sp>
      <p:pic>
        <p:nvPicPr>
          <p:cNvPr id="1759933578" name=""/>
          <p:cNvPicPr>
            <a:picLocks noChangeAspect="1"/>
          </p:cNvPicPr>
          <p:nvPr/>
        </p:nvPicPr>
        <p:blipFill rotWithShape="1">
          <a:blip r:embed="rId3"/>
          <a:stretch/>
        </p:blipFill>
        <p:spPr bwMode="auto">
          <a:xfrm flipH="0" flipV="0">
            <a:off x="7050064" y="2526631"/>
            <a:ext cx="4944416" cy="282491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8338236" name=""/>
          <p:cNvSpPr txBox="1"/>
          <p:nvPr/>
        </p:nvSpPr>
        <p:spPr bwMode="auto">
          <a:xfrm rot="0" flipH="0" flipV="0">
            <a:off x="686269" y="288356"/>
            <a:ext cx="667515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Sleep Patterns (Context Only)</a:t>
            </a:r>
            <a:endParaRPr/>
          </a:p>
        </p:txBody>
      </p:sp>
      <p:sp>
        <p:nvSpPr>
          <p:cNvPr id="1553700298" name=""/>
          <p:cNvSpPr txBox="1"/>
          <p:nvPr/>
        </p:nvSpPr>
        <p:spPr bwMode="auto">
          <a:xfrm rot="0" flipH="0" flipV="0">
            <a:off x="760691" y="1158153"/>
            <a:ext cx="4446592" cy="3388143"/>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lgn="l">
              <a:buFont typeface="Arial"/>
              <a:buChar char="•"/>
              <a:defRPr/>
            </a:pPr>
            <a:r>
              <a:rPr lang="en-GB" sz="2400"/>
              <a:t>Coverage is </a:t>
            </a:r>
            <a:r>
              <a:rPr sz="2400"/>
              <a:t>Limited</a:t>
            </a:r>
            <a:endParaRPr sz="2400"/>
          </a:p>
          <a:p>
            <a:pPr marL="349965" indent="-349965" algn="l">
              <a:buFont typeface="Arial"/>
              <a:buChar char="•"/>
              <a:defRPr/>
            </a:pPr>
            <a:endParaRPr sz="2400"/>
          </a:p>
          <a:p>
            <a:pPr marL="349965" indent="-349965" algn="l">
              <a:buFont typeface="Arial"/>
              <a:buChar char="•"/>
              <a:defRPr/>
            </a:pPr>
            <a:r>
              <a:rPr lang="en-GB" sz="2400"/>
              <a:t>Typical</a:t>
            </a:r>
            <a:r>
              <a:rPr sz="2400"/>
              <a:t> sleep duration 6–8 hours</a:t>
            </a:r>
            <a:endParaRPr sz="2400"/>
          </a:p>
          <a:p>
            <a:pPr marL="349965" indent="-349965" algn="l">
              <a:buFont typeface="Arial"/>
              <a:buChar char="•"/>
              <a:defRPr/>
            </a:pPr>
            <a:endParaRPr sz="2400"/>
          </a:p>
          <a:p>
            <a:pPr marL="349965" indent="-349965" algn="l">
              <a:buFont typeface="Arial"/>
              <a:buChar char="•"/>
              <a:defRPr/>
            </a:pPr>
            <a:r>
              <a:rPr sz="2400"/>
              <a:t>Efficiency varies</a:t>
            </a:r>
            <a:endParaRPr sz="2400"/>
          </a:p>
          <a:p>
            <a:pPr marL="349965" indent="-349965" algn="l">
              <a:buFont typeface="Arial"/>
              <a:buChar char="•"/>
              <a:defRPr/>
            </a:pPr>
            <a:endParaRPr sz="2400"/>
          </a:p>
          <a:p>
            <a:pPr marL="349965" indent="-349965" algn="l">
              <a:buFont typeface="Arial"/>
              <a:buChar char="•"/>
              <a:defRPr/>
            </a:pPr>
            <a:r>
              <a:rPr sz="2400"/>
              <a:t>Not </a:t>
            </a:r>
            <a:r>
              <a:rPr lang="en-GB" sz="2400"/>
              <a:t>enough data for </a:t>
            </a:r>
            <a:r>
              <a:rPr sz="2400"/>
              <a:t>persona‑level conclusions</a:t>
            </a:r>
            <a:endParaRPr sz="2400"/>
          </a:p>
        </p:txBody>
      </p:sp>
      <p:pic>
        <p:nvPicPr>
          <p:cNvPr id="2019949044" name=""/>
          <p:cNvPicPr>
            <a:picLocks noChangeAspect="1"/>
          </p:cNvPicPr>
          <p:nvPr/>
        </p:nvPicPr>
        <p:blipFill rotWithShape="1">
          <a:blip r:embed="rId3"/>
          <a:stretch/>
        </p:blipFill>
        <p:spPr bwMode="auto">
          <a:xfrm flipH="0" flipV="0">
            <a:off x="5370698" y="1644315"/>
            <a:ext cx="6641328" cy="31628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8612734" name=""/>
          <p:cNvSpPr txBox="1"/>
          <p:nvPr/>
        </p:nvSpPr>
        <p:spPr bwMode="auto">
          <a:xfrm rot="0" flipH="0" flipV="0">
            <a:off x="459019" y="498909"/>
            <a:ext cx="432563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Key Insights</a:t>
            </a:r>
            <a:endParaRPr b="1"/>
          </a:p>
        </p:txBody>
      </p:sp>
      <p:sp>
        <p:nvSpPr>
          <p:cNvPr id="1129306943" name=""/>
          <p:cNvSpPr txBox="1"/>
          <p:nvPr/>
        </p:nvSpPr>
        <p:spPr bwMode="auto">
          <a:xfrm rot="0" flipH="0" flipV="0">
            <a:off x="459018" y="1555597"/>
            <a:ext cx="7118985" cy="3388143"/>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lgn="l">
              <a:buFont typeface="Arial"/>
              <a:buChar char="•"/>
              <a:defRPr/>
            </a:pPr>
            <a:r>
              <a:rPr sz="2400"/>
              <a:t>Movement patterns are strong and consistent</a:t>
            </a:r>
            <a:endParaRPr sz="2400"/>
          </a:p>
          <a:p>
            <a:pPr marL="349965" indent="-349965" algn="l">
              <a:buFont typeface="Arial"/>
              <a:buChar char="•"/>
              <a:defRPr/>
            </a:pPr>
            <a:endParaRPr sz="2400"/>
          </a:p>
          <a:p>
            <a:pPr marL="349965" indent="-349965" algn="l">
              <a:buFont typeface="Arial"/>
              <a:buChar char="•"/>
              <a:defRPr/>
            </a:pPr>
            <a:r>
              <a:rPr sz="2400"/>
              <a:t>Personas reflect real behavioral differences</a:t>
            </a:r>
            <a:endParaRPr sz="2400"/>
          </a:p>
          <a:p>
            <a:pPr marL="349965" indent="-349965" algn="l">
              <a:buFont typeface="Arial"/>
              <a:buChar char="•"/>
              <a:defRPr/>
            </a:pPr>
            <a:endParaRPr sz="2400"/>
          </a:p>
          <a:p>
            <a:pPr marL="349965" indent="-349965" algn="l">
              <a:buFont typeface="Arial"/>
              <a:buChar char="•"/>
              <a:defRPr/>
            </a:pPr>
            <a:r>
              <a:rPr sz="2400"/>
              <a:t>Hourly rhythms </a:t>
            </a:r>
            <a:r>
              <a:rPr lang="en-GB" sz="2400"/>
              <a:t>add depth and reveal rourines</a:t>
            </a:r>
            <a:endParaRPr sz="2400"/>
          </a:p>
          <a:p>
            <a:pPr marL="349965" indent="-349965" algn="l">
              <a:buFont typeface="Arial"/>
              <a:buChar char="•"/>
              <a:defRPr/>
            </a:pPr>
            <a:endParaRPr sz="2400"/>
          </a:p>
          <a:p>
            <a:pPr marL="349965" indent="-349965" algn="l">
              <a:buFont typeface="Arial"/>
              <a:buChar char="•"/>
              <a:defRPr/>
            </a:pPr>
            <a:r>
              <a:rPr sz="2400"/>
              <a:t>Light activity </a:t>
            </a:r>
            <a:r>
              <a:rPr lang="en-GB" sz="2400"/>
              <a:t>shapes most days</a:t>
            </a:r>
            <a:endParaRPr sz="2400"/>
          </a:p>
          <a:p>
            <a:pPr marL="349965" indent="-349965" algn="l">
              <a:buFont typeface="Arial"/>
              <a:buChar char="•"/>
              <a:defRPr/>
            </a:pPr>
            <a:endParaRPr sz="2400"/>
          </a:p>
          <a:p>
            <a:pPr marL="349965" indent="-349965" algn="l">
              <a:buFont typeface="Arial"/>
              <a:buChar char="•"/>
              <a:defRPr/>
            </a:pPr>
            <a:r>
              <a:rPr sz="2400"/>
              <a:t>High‑intensity activity is rare but meaningful</a:t>
            </a:r>
            <a:endParaRPr/>
          </a:p>
        </p:txBody>
      </p:sp>
      <p:pic>
        <p:nvPicPr>
          <p:cNvPr id="1259479895" name=""/>
          <p:cNvPicPr>
            <a:picLocks noChangeAspect="1"/>
          </p:cNvPicPr>
          <p:nvPr/>
        </p:nvPicPr>
        <p:blipFill rotWithShape="1">
          <a:blip r:embed="rId3"/>
          <a:stretch/>
        </p:blipFill>
        <p:spPr bwMode="auto">
          <a:xfrm flipH="0" flipV="0">
            <a:off x="7548126" y="1644315"/>
            <a:ext cx="4408354" cy="45699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9316105" name=""/>
          <p:cNvSpPr txBox="1"/>
          <p:nvPr/>
        </p:nvSpPr>
        <p:spPr bwMode="auto">
          <a:xfrm rot="0" flipH="0" flipV="0">
            <a:off x="620637" y="318435"/>
            <a:ext cx="6550283"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Opportunities for Bellabeat</a:t>
            </a:r>
            <a:endParaRPr b="1"/>
          </a:p>
        </p:txBody>
      </p:sp>
      <p:sp>
        <p:nvSpPr>
          <p:cNvPr id="1288747279" name=""/>
          <p:cNvSpPr txBox="1"/>
          <p:nvPr/>
        </p:nvSpPr>
        <p:spPr bwMode="auto">
          <a:xfrm rot="0" flipH="0" flipV="0">
            <a:off x="620636" y="1415460"/>
            <a:ext cx="6268267" cy="3022383"/>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lgn="l">
              <a:buFont typeface="Arial"/>
              <a:buChar char="•"/>
              <a:defRPr/>
            </a:pPr>
            <a:r>
              <a:rPr sz="2400"/>
              <a:t>Time‑of‑day‑aware </a:t>
            </a:r>
            <a:r>
              <a:rPr lang="en-GB" sz="2400"/>
              <a:t>guidance</a:t>
            </a:r>
            <a:endParaRPr sz="2400"/>
          </a:p>
          <a:p>
            <a:pPr marL="349965" indent="-349965" algn="l">
              <a:buFont typeface="Arial"/>
              <a:buChar char="•"/>
              <a:defRPr/>
            </a:pPr>
            <a:endParaRPr sz="2400"/>
          </a:p>
          <a:p>
            <a:pPr marL="349965" indent="-349965" algn="l">
              <a:buFont typeface="Arial"/>
              <a:buChar char="•"/>
              <a:defRPr/>
            </a:pPr>
            <a:r>
              <a:rPr lang="en-GB" sz="2400"/>
              <a:t>F</a:t>
            </a:r>
            <a:r>
              <a:rPr sz="2400"/>
              <a:t>eatures</a:t>
            </a:r>
            <a:r>
              <a:rPr lang="en-GB" sz="2400"/>
              <a:t> that reinforce daily routines</a:t>
            </a:r>
            <a:endParaRPr sz="2400"/>
          </a:p>
          <a:p>
            <a:pPr marL="349965" indent="-349965" algn="l">
              <a:buFont typeface="Arial"/>
              <a:buChar char="•"/>
              <a:defRPr/>
            </a:pPr>
            <a:endParaRPr sz="2400"/>
          </a:p>
          <a:p>
            <a:pPr marL="349965" indent="-349965" algn="l">
              <a:buFont typeface="Arial"/>
              <a:buChar char="•"/>
              <a:defRPr/>
            </a:pPr>
            <a:r>
              <a:rPr lang="en-GB" sz="2400"/>
              <a:t>S</a:t>
            </a:r>
            <a:r>
              <a:rPr sz="2400"/>
              <a:t>upport for irregular movers</a:t>
            </a:r>
            <a:endParaRPr sz="2400"/>
          </a:p>
          <a:p>
            <a:pPr marL="349965" indent="-349965" algn="l">
              <a:buFont typeface="Arial"/>
              <a:buChar char="•"/>
              <a:defRPr/>
            </a:pPr>
            <a:endParaRPr sz="2400"/>
          </a:p>
          <a:p>
            <a:pPr marL="349965" indent="-349965" algn="l">
              <a:buFont typeface="Arial"/>
              <a:buChar char="•"/>
              <a:defRPr/>
            </a:pPr>
            <a:r>
              <a:rPr lang="en-GB" sz="2400"/>
              <a:t>W</a:t>
            </a:r>
            <a:r>
              <a:rPr sz="2400"/>
              <a:t>ellness </a:t>
            </a:r>
            <a:r>
              <a:rPr lang="en-GB" sz="2400"/>
              <a:t>insights focused on lifestyle patterns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6951198" name=""/>
          <p:cNvSpPr txBox="1"/>
          <p:nvPr/>
        </p:nvSpPr>
        <p:spPr bwMode="auto">
          <a:xfrm rot="0" flipH="0" flipV="0">
            <a:off x="335694" y="418698"/>
            <a:ext cx="6825201"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Conclusion</a:t>
            </a:r>
            <a:endParaRPr sz="3600" b="1"/>
          </a:p>
        </p:txBody>
      </p:sp>
      <p:sp>
        <p:nvSpPr>
          <p:cNvPr id="1421018042" name=""/>
          <p:cNvSpPr txBox="1"/>
          <p:nvPr/>
        </p:nvSpPr>
        <p:spPr bwMode="auto">
          <a:xfrm rot="0" flipH="0" flipV="0">
            <a:off x="416395" y="1290186"/>
            <a:ext cx="8538182" cy="30178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lgn="l">
              <a:buFont typeface="Arial"/>
              <a:buChar char="•"/>
              <a:defRPr/>
            </a:pPr>
            <a:r>
              <a:rPr sz="2400"/>
              <a:t>Movement data provides a strong behavioral foundation</a:t>
            </a:r>
            <a:endParaRPr sz="2400"/>
          </a:p>
          <a:p>
            <a:pPr marL="349965" indent="-349965" algn="l">
              <a:buFont typeface="Arial"/>
              <a:buChar char="•"/>
              <a:defRPr/>
            </a:pPr>
            <a:endParaRPr sz="2400"/>
          </a:p>
          <a:p>
            <a:pPr marL="349965" indent="-349965" algn="l">
              <a:buFont typeface="Arial"/>
              <a:buChar char="•"/>
              <a:defRPr/>
            </a:pPr>
            <a:r>
              <a:rPr sz="2400"/>
              <a:t>Personas and </a:t>
            </a:r>
            <a:r>
              <a:rPr lang="en-GB" sz="2400"/>
              <a:t>hourly rhythyms</a:t>
            </a:r>
            <a:r>
              <a:rPr sz="2400"/>
              <a:t> offer actionable segmentation</a:t>
            </a:r>
            <a:endParaRPr sz="2400"/>
          </a:p>
          <a:p>
            <a:pPr marL="349965" indent="-349965" algn="l">
              <a:buFont typeface="Arial"/>
              <a:buChar char="•"/>
              <a:defRPr/>
            </a:pPr>
            <a:endParaRPr sz="2400"/>
          </a:p>
          <a:p>
            <a:pPr marL="349965" indent="-349965" algn="l">
              <a:buFont typeface="Arial"/>
              <a:buChar char="•"/>
              <a:defRPr/>
            </a:pPr>
            <a:r>
              <a:rPr sz="2400"/>
              <a:t>Sleep adds context but not depth</a:t>
            </a:r>
            <a:endParaRPr sz="2400"/>
          </a:p>
          <a:p>
            <a:pPr marL="349965" indent="-349965" algn="l">
              <a:buFont typeface="Arial"/>
              <a:buChar char="•"/>
              <a:defRPr/>
            </a:pPr>
            <a:endParaRPr sz="2400"/>
          </a:p>
          <a:p>
            <a:pPr marL="349965" indent="-349965" algn="l">
              <a:buFont typeface="Arial"/>
              <a:buChar char="•"/>
              <a:defRPr/>
            </a:pPr>
            <a:r>
              <a:rPr sz="2400"/>
              <a:t>Findings support further work in the Share &amp; Act phases</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6617810" name=""/>
          <p:cNvSpPr txBox="1"/>
          <p:nvPr/>
        </p:nvSpPr>
        <p:spPr bwMode="auto">
          <a:xfrm rot="0" flipH="0" flipV="0">
            <a:off x="356056" y="448777"/>
            <a:ext cx="4919891"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3600" b="1"/>
              <a:t>Data Caveat</a:t>
            </a:r>
            <a:endParaRPr sz="3600"/>
          </a:p>
        </p:txBody>
      </p:sp>
      <p:sp>
        <p:nvSpPr>
          <p:cNvPr id="1106260600" name=""/>
          <p:cNvSpPr txBox="1"/>
          <p:nvPr/>
        </p:nvSpPr>
        <p:spPr bwMode="auto">
          <a:xfrm rot="0" flipH="0" flipV="0">
            <a:off x="356055" y="1446996"/>
            <a:ext cx="7426741" cy="3383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lgn="l">
              <a:buFont typeface="Arial"/>
              <a:buChar char="•"/>
              <a:defRPr/>
            </a:pPr>
            <a:r>
              <a:rPr sz="2400"/>
              <a:t>Small sample (31 users)</a:t>
            </a:r>
            <a:endParaRPr sz="2400"/>
          </a:p>
          <a:p>
            <a:pPr marL="349965" indent="-349965" algn="l">
              <a:buFont typeface="Arial"/>
              <a:buChar char="•"/>
              <a:defRPr/>
            </a:pPr>
            <a:endParaRPr sz="2400"/>
          </a:p>
          <a:p>
            <a:pPr marL="349965" indent="-349965" algn="l">
              <a:buFont typeface="Arial"/>
              <a:buChar char="•"/>
              <a:defRPr/>
            </a:pPr>
            <a:r>
              <a:rPr sz="2400"/>
              <a:t>One month of data</a:t>
            </a:r>
            <a:endParaRPr sz="2400"/>
          </a:p>
          <a:p>
            <a:pPr marL="349965" indent="-349965" algn="l">
              <a:buFont typeface="Arial"/>
              <a:buChar char="•"/>
              <a:defRPr/>
            </a:pPr>
            <a:endParaRPr sz="2400"/>
          </a:p>
          <a:p>
            <a:pPr marL="349965" indent="-349965" algn="l">
              <a:buFont typeface="Arial"/>
              <a:buChar char="•"/>
              <a:defRPr/>
            </a:pPr>
            <a:r>
              <a:rPr sz="2400"/>
              <a:t>No demographic</a:t>
            </a:r>
            <a:r>
              <a:rPr lang="en-GB" sz="2400"/>
              <a:t> information</a:t>
            </a:r>
            <a:endParaRPr sz="2400"/>
          </a:p>
          <a:p>
            <a:pPr marL="349965" indent="-349965" algn="l">
              <a:buFont typeface="Arial"/>
              <a:buChar char="•"/>
              <a:defRPr/>
            </a:pPr>
            <a:endParaRPr sz="2400"/>
          </a:p>
          <a:p>
            <a:pPr marL="349965" indent="-349965" algn="l">
              <a:buFont typeface="Arial"/>
              <a:buChar char="•"/>
              <a:defRPr/>
            </a:pPr>
            <a:r>
              <a:rPr sz="2400"/>
              <a:t>Sleep data incomplete</a:t>
            </a:r>
            <a:endParaRPr sz="2400"/>
          </a:p>
          <a:p>
            <a:pPr marL="349965" indent="-349965" algn="l">
              <a:buFont typeface="Arial"/>
              <a:buChar char="•"/>
              <a:defRPr/>
            </a:pPr>
            <a:endParaRPr sz="2400"/>
          </a:p>
          <a:p>
            <a:pPr marL="349965" indent="-349965" algn="l">
              <a:buFont typeface="Arial"/>
              <a:buChar char="•"/>
              <a:defRPr/>
            </a:pPr>
            <a:r>
              <a:rPr sz="2400"/>
              <a:t>Findings are directional, not generalizable</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ial">
  <a:themeElements>
    <a:clrScheme name="Official">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Classic 2">
      <a:majorFont>
        <a:latin typeface="Arial"/>
        <a:ea typeface="Arial"/>
        <a:cs typeface="Arial"/>
      </a:majorFont>
      <a:minorFont>
        <a:latin typeface="Arial"/>
        <a:ea typeface="Arial"/>
        <a:cs typeface="Arial"/>
      </a:minorFont>
    </a:fontScheme>
    <a:fmtScheme name="Standard">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ONLYOFFICE/9.2.1.43</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Bella Beart Capstone</dc:title>
  <dc:creator>Andy Moran MSc MPlan</dc:creator>
  <cp:lastModifiedBy/>
  <cp:revision>7</cp:revision>
  <dcterms:modified xsi:type="dcterms:W3CDTF">2026-01-16T17:04:49Z</dcterms:modified>
</cp:coreProperties>
</file>